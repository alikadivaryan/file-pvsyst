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1260825234168402E-2"/>
          <c:y val="2.3301630835471404E-2"/>
          <c:w val="0.86377764856340955"/>
          <c:h val="0.89243902798667019"/>
        </c:manualLayout>
      </c:layout>
      <c:scatterChart>
        <c:scatterStyle val="smoothMarker"/>
        <c:varyColors val="0"/>
        <c:ser>
          <c:idx val="1"/>
          <c:order val="0"/>
          <c:tx>
            <c:v>I-V curve, ṁ=0.01 kg/s</c:v>
          </c:tx>
          <c:spPr>
            <a:ln w="19050"/>
          </c:spPr>
          <c:xVal>
            <c:numRef>
              <c:f>'60% 0.15gpm (0.01 kgs)'!$B$96:$B$115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18.812999999999999</c:v>
                </c:pt>
              </c:numCache>
            </c:numRef>
          </c:xVal>
          <c:yVal>
            <c:numRef>
              <c:f>'60% 0.15gpm (0.01 kgs)'!$C$96:$C$115</c:f>
              <c:numCache>
                <c:formatCode>0.000</c:formatCode>
                <c:ptCount val="20"/>
                <c:pt idx="0" formatCode="General">
                  <c:v>0.41499999999999998</c:v>
                </c:pt>
                <c:pt idx="1">
                  <c:v>0.41399999999999998</c:v>
                </c:pt>
                <c:pt idx="2">
                  <c:v>0.41299999999999998</c:v>
                </c:pt>
                <c:pt idx="3">
                  <c:v>0.41199999999999998</c:v>
                </c:pt>
                <c:pt idx="4">
                  <c:v>0.41</c:v>
                </c:pt>
                <c:pt idx="5">
                  <c:v>0.40799999999999997</c:v>
                </c:pt>
                <c:pt idx="6">
                  <c:v>0.40799999999999997</c:v>
                </c:pt>
                <c:pt idx="7">
                  <c:v>0.40699999999999997</c:v>
                </c:pt>
                <c:pt idx="8">
                  <c:v>0.40400000000000003</c:v>
                </c:pt>
                <c:pt idx="9">
                  <c:v>0.4</c:v>
                </c:pt>
                <c:pt idx="10">
                  <c:v>0.39500000000000002</c:v>
                </c:pt>
                <c:pt idx="11">
                  <c:v>0.38600000000000001</c:v>
                </c:pt>
                <c:pt idx="12">
                  <c:v>0.38</c:v>
                </c:pt>
                <c:pt idx="13">
                  <c:v>0.375</c:v>
                </c:pt>
                <c:pt idx="14">
                  <c:v>0.37</c:v>
                </c:pt>
                <c:pt idx="15">
                  <c:v>0.36</c:v>
                </c:pt>
                <c:pt idx="16">
                  <c:v>0.35</c:v>
                </c:pt>
                <c:pt idx="17">
                  <c:v>0.33200000000000002</c:v>
                </c:pt>
                <c:pt idx="18">
                  <c:v>0.20100000000000001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15B-47ED-945D-8B59AC85932E}"/>
            </c:ext>
          </c:extLst>
        </c:ser>
        <c:ser>
          <c:idx val="2"/>
          <c:order val="2"/>
          <c:tx>
            <c:v>I-V curve, ṁ=0.02 kg/s</c:v>
          </c:tx>
          <c:spPr>
            <a:ln w="19050"/>
          </c:spPr>
          <c:xVal>
            <c:numRef>
              <c:f>'60% 0.15gpm (0.01 kgs)'!$B$74:$B$94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18.995999999999999</c:v>
                </c:pt>
                <c:pt idx="20">
                  <c:v>19.169</c:v>
                </c:pt>
              </c:numCache>
            </c:numRef>
          </c:xVal>
          <c:yVal>
            <c:numRef>
              <c:f>'60% 0.15gpm (0.01 kgs)'!$C$74:$C$94</c:f>
              <c:numCache>
                <c:formatCode>0.000</c:formatCode>
                <c:ptCount val="21"/>
                <c:pt idx="0" formatCode="General">
                  <c:v>0.41899999999999998</c:v>
                </c:pt>
                <c:pt idx="1">
                  <c:v>0.41799999999999998</c:v>
                </c:pt>
                <c:pt idx="2">
                  <c:v>0.41599999999999998</c:v>
                </c:pt>
                <c:pt idx="3">
                  <c:v>0.41399999999999998</c:v>
                </c:pt>
                <c:pt idx="4">
                  <c:v>0.41299999999999998</c:v>
                </c:pt>
                <c:pt idx="5">
                  <c:v>0.41199999999999998</c:v>
                </c:pt>
                <c:pt idx="6">
                  <c:v>0.41</c:v>
                </c:pt>
                <c:pt idx="7">
                  <c:v>0.40799999999999997</c:v>
                </c:pt>
                <c:pt idx="8">
                  <c:v>0.40400000000000003</c:v>
                </c:pt>
                <c:pt idx="9">
                  <c:v>0.40100000000000002</c:v>
                </c:pt>
                <c:pt idx="10">
                  <c:v>0.39600000000000002</c:v>
                </c:pt>
                <c:pt idx="11">
                  <c:v>0.39</c:v>
                </c:pt>
                <c:pt idx="12">
                  <c:v>0.38500000000000001</c:v>
                </c:pt>
                <c:pt idx="13">
                  <c:v>0.38</c:v>
                </c:pt>
                <c:pt idx="14">
                  <c:v>0.373</c:v>
                </c:pt>
                <c:pt idx="15">
                  <c:v>0.36799999999999999</c:v>
                </c:pt>
                <c:pt idx="16">
                  <c:v>0.35499999999999998</c:v>
                </c:pt>
                <c:pt idx="17">
                  <c:v>0.33300000000000002</c:v>
                </c:pt>
                <c:pt idx="18">
                  <c:v>0.26700000000000002</c:v>
                </c:pt>
                <c:pt idx="19">
                  <c:v>0.10100000000000001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15B-47ED-945D-8B59AC85932E}"/>
            </c:ext>
          </c:extLst>
        </c:ser>
        <c:ser>
          <c:idx val="4"/>
          <c:order val="4"/>
          <c:tx>
            <c:v>I-V curve, ṁ=0.03 kg/s</c:v>
          </c:tx>
          <c:spPr>
            <a:ln w="19050"/>
          </c:spPr>
          <c:xVal>
            <c:numRef>
              <c:f>'60% 0.15gpm (0.01 kgs)'!$B$183:$B$203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19.533000000000001</c:v>
                </c:pt>
              </c:numCache>
            </c:numRef>
          </c:xVal>
          <c:yVal>
            <c:numRef>
              <c:f>'60% 0.15gpm (0.01 kgs)'!$C$183:$C$203</c:f>
              <c:numCache>
                <c:formatCode>General</c:formatCode>
                <c:ptCount val="21"/>
                <c:pt idx="0">
                  <c:v>0.38</c:v>
                </c:pt>
                <c:pt idx="1">
                  <c:v>0.37878431372999999</c:v>
                </c:pt>
                <c:pt idx="2">
                  <c:v>0.37778431372999999</c:v>
                </c:pt>
                <c:pt idx="3">
                  <c:v>0.37678431372999999</c:v>
                </c:pt>
                <c:pt idx="4">
                  <c:v>0.37578431372999999</c:v>
                </c:pt>
                <c:pt idx="5">
                  <c:v>0.37478431372999998</c:v>
                </c:pt>
                <c:pt idx="6">
                  <c:v>0.37378431372999998</c:v>
                </c:pt>
                <c:pt idx="7">
                  <c:v>0.37278431372999998</c:v>
                </c:pt>
                <c:pt idx="8">
                  <c:v>0.37178431372999998</c:v>
                </c:pt>
                <c:pt idx="9">
                  <c:v>0.37078431372999998</c:v>
                </c:pt>
                <c:pt idx="10">
                  <c:v>0.36978431372999998</c:v>
                </c:pt>
                <c:pt idx="11">
                  <c:v>0.36878431372999998</c:v>
                </c:pt>
                <c:pt idx="12">
                  <c:v>0.36778431372999998</c:v>
                </c:pt>
                <c:pt idx="13">
                  <c:v>0.36678431372999998</c:v>
                </c:pt>
                <c:pt idx="14">
                  <c:v>0.36578431372999998</c:v>
                </c:pt>
                <c:pt idx="15">
                  <c:v>0.36378431372999998</c:v>
                </c:pt>
                <c:pt idx="16">
                  <c:v>0.36278431372999997</c:v>
                </c:pt>
                <c:pt idx="17">
                  <c:v>0.36078431372999997</c:v>
                </c:pt>
                <c:pt idx="18">
                  <c:v>0.33278431373</c:v>
                </c:pt>
                <c:pt idx="19">
                  <c:v>0.16078431372999999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15B-47ED-945D-8B59AC85932E}"/>
            </c:ext>
          </c:extLst>
        </c:ser>
        <c:ser>
          <c:idx val="6"/>
          <c:order val="6"/>
          <c:tx>
            <c:v>I-V curve, ṁ=0.04 kg/s</c:v>
          </c:tx>
          <c:spPr>
            <a:ln w="19050"/>
          </c:spPr>
          <c:xVal>
            <c:numRef>
              <c:f>'60% 0.15gpm (0.01 kgs)'!$B$205:$B$224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18.518999999999998</c:v>
                </c:pt>
              </c:numCache>
            </c:numRef>
          </c:xVal>
          <c:yVal>
            <c:numRef>
              <c:f>'60% 0.15gpm (0.01 kgs)'!$C$205:$C$224</c:f>
              <c:numCache>
                <c:formatCode>General</c:formatCode>
                <c:ptCount val="20"/>
                <c:pt idx="0">
                  <c:v>0.442</c:v>
                </c:pt>
                <c:pt idx="1">
                  <c:v>0.441</c:v>
                </c:pt>
                <c:pt idx="2">
                  <c:v>0.439</c:v>
                </c:pt>
                <c:pt idx="3">
                  <c:v>0.438</c:v>
                </c:pt>
                <c:pt idx="4">
                  <c:v>0.437</c:v>
                </c:pt>
                <c:pt idx="5">
                  <c:v>0.435</c:v>
                </c:pt>
                <c:pt idx="6">
                  <c:v>0.432</c:v>
                </c:pt>
                <c:pt idx="7">
                  <c:v>0.43</c:v>
                </c:pt>
                <c:pt idx="8">
                  <c:v>0.42400000000000004</c:v>
                </c:pt>
                <c:pt idx="9">
                  <c:v>0.41900000000000004</c:v>
                </c:pt>
                <c:pt idx="10">
                  <c:v>0.41600000000000004</c:v>
                </c:pt>
                <c:pt idx="11">
                  <c:v>0.41200000000000003</c:v>
                </c:pt>
                <c:pt idx="12">
                  <c:v>0.41000000000000003</c:v>
                </c:pt>
                <c:pt idx="13">
                  <c:v>0.40700000000000003</c:v>
                </c:pt>
                <c:pt idx="14">
                  <c:v>0.40500000000000003</c:v>
                </c:pt>
                <c:pt idx="15">
                  <c:v>0.40200000000000002</c:v>
                </c:pt>
                <c:pt idx="16">
                  <c:v>0.4</c:v>
                </c:pt>
                <c:pt idx="17">
                  <c:v>0.36699999999999999</c:v>
                </c:pt>
                <c:pt idx="18">
                  <c:v>0.16899999999999998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15B-47ED-945D-8B59AC85932E}"/>
            </c:ext>
          </c:extLst>
        </c:ser>
        <c:ser>
          <c:idx val="8"/>
          <c:order val="8"/>
          <c:tx>
            <c:v>I-V curve, ṁ=0.05 kg/s</c:v>
          </c:tx>
          <c:spPr>
            <a:ln w="19050"/>
          </c:spPr>
          <c:xVal>
            <c:numRef>
              <c:f>'60% 0.15gpm (0.01 kgs)'!$B$117:$B$136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18.780999999999999</c:v>
                </c:pt>
              </c:numCache>
            </c:numRef>
          </c:xVal>
          <c:yVal>
            <c:numRef>
              <c:f>'60% 0.15gpm (0.01 kgs)'!$C$117:$C$136</c:f>
              <c:numCache>
                <c:formatCode>General</c:formatCode>
                <c:ptCount val="20"/>
                <c:pt idx="0">
                  <c:v>0.45200000000000001</c:v>
                </c:pt>
                <c:pt idx="1">
                  <c:v>0.45141999999999999</c:v>
                </c:pt>
                <c:pt idx="2">
                  <c:v>0.44941999999999999</c:v>
                </c:pt>
                <c:pt idx="3">
                  <c:v>0.44841999999999999</c:v>
                </c:pt>
                <c:pt idx="4">
                  <c:v>0.44641999999999998</c:v>
                </c:pt>
                <c:pt idx="5">
                  <c:v>0.44541999999999998</c:v>
                </c:pt>
                <c:pt idx="6">
                  <c:v>0.44441999999999998</c:v>
                </c:pt>
                <c:pt idx="7">
                  <c:v>0.44142000000000003</c:v>
                </c:pt>
                <c:pt idx="8">
                  <c:v>0.43942000000000003</c:v>
                </c:pt>
                <c:pt idx="9">
                  <c:v>0.43342000000000003</c:v>
                </c:pt>
                <c:pt idx="10">
                  <c:v>0.42942000000000002</c:v>
                </c:pt>
                <c:pt idx="11">
                  <c:v>0.42442000000000002</c:v>
                </c:pt>
                <c:pt idx="12">
                  <c:v>0.42142000000000002</c:v>
                </c:pt>
                <c:pt idx="13">
                  <c:v>0.41942000000000002</c:v>
                </c:pt>
                <c:pt idx="14">
                  <c:v>0.41642000000000001</c:v>
                </c:pt>
                <c:pt idx="15">
                  <c:v>0.41442000000000001</c:v>
                </c:pt>
                <c:pt idx="16">
                  <c:v>0.4</c:v>
                </c:pt>
                <c:pt idx="17">
                  <c:v>0.36</c:v>
                </c:pt>
                <c:pt idx="18">
                  <c:v>0.24842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215B-47ED-945D-8B59AC85932E}"/>
            </c:ext>
          </c:extLst>
        </c:ser>
        <c:ser>
          <c:idx val="10"/>
          <c:order val="10"/>
          <c:tx>
            <c:v>I-V curve, ṁ=0.06 kg/s</c:v>
          </c:tx>
          <c:spPr>
            <a:ln w="19050"/>
          </c:spPr>
          <c:xVal>
            <c:numRef>
              <c:f>'60% 0.15gpm (0.01 kgs)'!$B$138:$B$158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18.672000000000001</c:v>
                </c:pt>
                <c:pt idx="20">
                  <c:v>19</c:v>
                </c:pt>
              </c:numCache>
            </c:numRef>
          </c:xVal>
          <c:yVal>
            <c:numRef>
              <c:f>'60% 0.15gpm (0.01 kgs)'!$C$138:$C$158</c:f>
              <c:numCache>
                <c:formatCode>General</c:formatCode>
                <c:ptCount val="21"/>
                <c:pt idx="0">
                  <c:v>0.48199999999999998</c:v>
                </c:pt>
                <c:pt idx="1">
                  <c:v>0.48168469999999997</c:v>
                </c:pt>
                <c:pt idx="2">
                  <c:v>0.47968469999999996</c:v>
                </c:pt>
                <c:pt idx="3">
                  <c:v>0.47868469999999996</c:v>
                </c:pt>
                <c:pt idx="4">
                  <c:v>0.47668469999999996</c:v>
                </c:pt>
                <c:pt idx="5">
                  <c:v>0.47368469999999996</c:v>
                </c:pt>
                <c:pt idx="6">
                  <c:v>0.47268469999999996</c:v>
                </c:pt>
                <c:pt idx="7">
                  <c:v>0.47168469999999996</c:v>
                </c:pt>
                <c:pt idx="8">
                  <c:v>0.46968469999999996</c:v>
                </c:pt>
                <c:pt idx="9">
                  <c:v>0.46468469999999995</c:v>
                </c:pt>
                <c:pt idx="10">
                  <c:v>0.46168469999999995</c:v>
                </c:pt>
                <c:pt idx="11">
                  <c:v>0.45368470000000005</c:v>
                </c:pt>
                <c:pt idx="12">
                  <c:v>0.45068470000000005</c:v>
                </c:pt>
                <c:pt idx="13">
                  <c:v>0.44868470000000005</c:v>
                </c:pt>
                <c:pt idx="14">
                  <c:v>0.44668470000000005</c:v>
                </c:pt>
                <c:pt idx="15">
                  <c:v>0.44468470000000004</c:v>
                </c:pt>
                <c:pt idx="16">
                  <c:v>0.44168470000000004</c:v>
                </c:pt>
                <c:pt idx="17">
                  <c:v>0.42468470000000003</c:v>
                </c:pt>
                <c:pt idx="18">
                  <c:v>0.24568470000000001</c:v>
                </c:pt>
                <c:pt idx="19">
                  <c:v>5.4684700000000003E-2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215B-47ED-945D-8B59AC85932E}"/>
            </c:ext>
          </c:extLst>
        </c:ser>
        <c:ser>
          <c:idx val="12"/>
          <c:order val="12"/>
          <c:tx>
            <c:v>I-V curve, ṁ=0.07 kg/s</c:v>
          </c:tx>
          <c:spPr>
            <a:ln w="19050"/>
          </c:spPr>
          <c:xVal>
            <c:numRef>
              <c:f>'60% 0.15gpm (0.01 kgs)'!$B$160:$B$181</c:f>
              <c:numCache>
                <c:formatCode>General</c:formatCod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18.995999999999999</c:v>
                </c:pt>
                <c:pt idx="20">
                  <c:v>19.27</c:v>
                </c:pt>
                <c:pt idx="21">
                  <c:v>19.600000000000001</c:v>
                </c:pt>
              </c:numCache>
            </c:numRef>
          </c:xVal>
          <c:yVal>
            <c:numRef>
              <c:f>'60% 0.15gpm (0.01 kgs)'!$C$160:$C$181</c:f>
              <c:numCache>
                <c:formatCode>General</c:formatCode>
                <c:ptCount val="22"/>
                <c:pt idx="0">
                  <c:v>0.504</c:v>
                </c:pt>
                <c:pt idx="1">
                  <c:v>0.5035615</c:v>
                </c:pt>
                <c:pt idx="2">
                  <c:v>0.50256149999999999</c:v>
                </c:pt>
                <c:pt idx="3">
                  <c:v>0.50056149999999999</c:v>
                </c:pt>
                <c:pt idx="4">
                  <c:v>0.49956149999999999</c:v>
                </c:pt>
                <c:pt idx="5">
                  <c:v>0.49756149999999999</c:v>
                </c:pt>
                <c:pt idx="6">
                  <c:v>0.49656149999999999</c:v>
                </c:pt>
                <c:pt idx="7">
                  <c:v>0.49556149999999999</c:v>
                </c:pt>
                <c:pt idx="8">
                  <c:v>0.49456149999999999</c:v>
                </c:pt>
                <c:pt idx="9">
                  <c:v>0.49056149999999998</c:v>
                </c:pt>
                <c:pt idx="10">
                  <c:v>0.48656150000000004</c:v>
                </c:pt>
                <c:pt idx="11">
                  <c:v>0.48199999999999998</c:v>
                </c:pt>
                <c:pt idx="12">
                  <c:v>0.48</c:v>
                </c:pt>
                <c:pt idx="13">
                  <c:v>0.47799999999999998</c:v>
                </c:pt>
                <c:pt idx="14">
                  <c:v>0.47</c:v>
                </c:pt>
                <c:pt idx="15">
                  <c:v>0.46800000000000003</c:v>
                </c:pt>
                <c:pt idx="16">
                  <c:v>0.46500000000000002</c:v>
                </c:pt>
                <c:pt idx="17">
                  <c:v>0.45356150000000001</c:v>
                </c:pt>
                <c:pt idx="18">
                  <c:v>0.40756150000000002</c:v>
                </c:pt>
                <c:pt idx="19">
                  <c:v>0.1665615</c:v>
                </c:pt>
                <c:pt idx="20">
                  <c:v>8.1561499999999995E-2</c:v>
                </c:pt>
                <c:pt idx="21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215B-47ED-945D-8B59AC8593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6676735"/>
        <c:axId val="986679615"/>
      </c:scatterChart>
      <c:scatterChart>
        <c:scatterStyle val="smoothMarker"/>
        <c:varyColors val="0"/>
        <c:ser>
          <c:idx val="0"/>
          <c:order val="1"/>
          <c:tx>
            <c:v>P-V curve, ṁ=0.01 kg/s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'60% 0.15gpm (0.01 kgs)'!$B$96:$B$115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18.812999999999999</c:v>
                </c:pt>
              </c:numCache>
            </c:numRef>
          </c:xVal>
          <c:yVal>
            <c:numRef>
              <c:f>'60% 0.15gpm (0.01 kgs)'!$D$96:$D$115</c:f>
              <c:numCache>
                <c:formatCode>General</c:formatCode>
                <c:ptCount val="20"/>
                <c:pt idx="0">
                  <c:v>0</c:v>
                </c:pt>
                <c:pt idx="1">
                  <c:v>0.41399999999999998</c:v>
                </c:pt>
                <c:pt idx="2">
                  <c:v>0.82599999999999996</c:v>
                </c:pt>
                <c:pt idx="3">
                  <c:v>1.236</c:v>
                </c:pt>
                <c:pt idx="4">
                  <c:v>1.64</c:v>
                </c:pt>
                <c:pt idx="5">
                  <c:v>2.04</c:v>
                </c:pt>
                <c:pt idx="6">
                  <c:v>2.448</c:v>
                </c:pt>
                <c:pt idx="7">
                  <c:v>2.8489999999999998</c:v>
                </c:pt>
                <c:pt idx="8">
                  <c:v>3.2320000000000002</c:v>
                </c:pt>
                <c:pt idx="9">
                  <c:v>3.6</c:v>
                </c:pt>
                <c:pt idx="10">
                  <c:v>3.95</c:v>
                </c:pt>
                <c:pt idx="11">
                  <c:v>4.2460000000000004</c:v>
                </c:pt>
                <c:pt idx="12">
                  <c:v>4.5600000000000005</c:v>
                </c:pt>
                <c:pt idx="13">
                  <c:v>4.875</c:v>
                </c:pt>
                <c:pt idx="14">
                  <c:v>5.18</c:v>
                </c:pt>
                <c:pt idx="15">
                  <c:v>5.3999999999999995</c:v>
                </c:pt>
                <c:pt idx="16">
                  <c:v>5.6</c:v>
                </c:pt>
                <c:pt idx="17">
                  <c:v>5.6440000000000001</c:v>
                </c:pt>
                <c:pt idx="18">
                  <c:v>3.6180000000000003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215B-47ED-945D-8B59AC85932E}"/>
            </c:ext>
          </c:extLst>
        </c:ser>
        <c:ser>
          <c:idx val="3"/>
          <c:order val="3"/>
          <c:tx>
            <c:v>P-V curve, ṁ=0.02 kg/s</c:v>
          </c:tx>
          <c:xVal>
            <c:numRef>
              <c:f>'60% 0.15gpm (0.01 kgs)'!$B$74:$B$94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18.995999999999999</c:v>
                </c:pt>
                <c:pt idx="20">
                  <c:v>19.169</c:v>
                </c:pt>
              </c:numCache>
            </c:numRef>
          </c:xVal>
          <c:yVal>
            <c:numRef>
              <c:f>'60% 0.15gpm (0.01 kgs)'!$D$74:$D$94</c:f>
              <c:numCache>
                <c:formatCode>General</c:formatCode>
                <c:ptCount val="21"/>
                <c:pt idx="0">
                  <c:v>0</c:v>
                </c:pt>
                <c:pt idx="1">
                  <c:v>0.41799999999999998</c:v>
                </c:pt>
                <c:pt idx="2">
                  <c:v>0.83199999999999996</c:v>
                </c:pt>
                <c:pt idx="3">
                  <c:v>1.242</c:v>
                </c:pt>
                <c:pt idx="4">
                  <c:v>1.6519999999999999</c:v>
                </c:pt>
                <c:pt idx="5">
                  <c:v>2.06</c:v>
                </c:pt>
                <c:pt idx="6">
                  <c:v>2.46</c:v>
                </c:pt>
                <c:pt idx="7">
                  <c:v>2.8559999999999999</c:v>
                </c:pt>
                <c:pt idx="8">
                  <c:v>3.2320000000000002</c:v>
                </c:pt>
                <c:pt idx="9">
                  <c:v>3.609</c:v>
                </c:pt>
                <c:pt idx="10">
                  <c:v>3.96</c:v>
                </c:pt>
                <c:pt idx="11">
                  <c:v>4.29</c:v>
                </c:pt>
                <c:pt idx="12">
                  <c:v>4.62</c:v>
                </c:pt>
                <c:pt idx="13">
                  <c:v>4.9400000000000004</c:v>
                </c:pt>
                <c:pt idx="14">
                  <c:v>5.2219999999999995</c:v>
                </c:pt>
                <c:pt idx="15">
                  <c:v>5.52</c:v>
                </c:pt>
                <c:pt idx="16">
                  <c:v>5.68</c:v>
                </c:pt>
                <c:pt idx="17">
                  <c:v>5.6610000000000005</c:v>
                </c:pt>
                <c:pt idx="18">
                  <c:v>4.805199</c:v>
                </c:pt>
                <c:pt idx="19">
                  <c:v>1.918596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215B-47ED-945D-8B59AC85932E}"/>
            </c:ext>
          </c:extLst>
        </c:ser>
        <c:ser>
          <c:idx val="5"/>
          <c:order val="5"/>
          <c:tx>
            <c:v>P-V curve, ṁ=0.03 kg/s</c:v>
          </c:tx>
          <c:spPr>
            <a:ln w="19050"/>
          </c:spPr>
          <c:xVal>
            <c:numRef>
              <c:f>'60% 0.15gpm (0.01 kgs)'!$B$183:$B$203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19.533000000000001</c:v>
                </c:pt>
              </c:numCache>
            </c:numRef>
          </c:xVal>
          <c:yVal>
            <c:numRef>
              <c:f>'60% 0.15gpm (0.01 kgs)'!$D$183:$D$203</c:f>
              <c:numCache>
                <c:formatCode>General</c:formatCode>
                <c:ptCount val="21"/>
                <c:pt idx="0">
                  <c:v>0</c:v>
                </c:pt>
                <c:pt idx="1">
                  <c:v>0.37878431372999999</c:v>
                </c:pt>
                <c:pt idx="2">
                  <c:v>0.75556862745999998</c:v>
                </c:pt>
                <c:pt idx="3">
                  <c:v>1.13035294119</c:v>
                </c:pt>
                <c:pt idx="4">
                  <c:v>1.5031372549199999</c:v>
                </c:pt>
                <c:pt idx="5">
                  <c:v>1.8739215686499999</c:v>
                </c:pt>
                <c:pt idx="6">
                  <c:v>2.2427058823800001</c:v>
                </c:pt>
                <c:pt idx="7">
                  <c:v>2.6094901961099999</c:v>
                </c:pt>
                <c:pt idx="8">
                  <c:v>2.9742745098399999</c:v>
                </c:pt>
                <c:pt idx="9">
                  <c:v>3.3370588235699996</c:v>
                </c:pt>
                <c:pt idx="10">
                  <c:v>3.6978431372999996</c:v>
                </c:pt>
                <c:pt idx="11">
                  <c:v>4.0566274510299998</c:v>
                </c:pt>
                <c:pt idx="12">
                  <c:v>4.4134117647599993</c:v>
                </c:pt>
                <c:pt idx="13">
                  <c:v>4.7681960784899999</c:v>
                </c:pt>
                <c:pt idx="14">
                  <c:v>5.1209803922199999</c:v>
                </c:pt>
                <c:pt idx="15">
                  <c:v>5.4567647059499995</c:v>
                </c:pt>
                <c:pt idx="16">
                  <c:v>5.8045490196799996</c:v>
                </c:pt>
                <c:pt idx="17">
                  <c:v>6.1333333334099995</c:v>
                </c:pt>
                <c:pt idx="18">
                  <c:v>5.9901176471399999</c:v>
                </c:pt>
                <c:pt idx="19">
                  <c:v>3.0549019608699997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215B-47ED-945D-8B59AC85932E}"/>
            </c:ext>
          </c:extLst>
        </c:ser>
        <c:ser>
          <c:idx val="7"/>
          <c:order val="7"/>
          <c:tx>
            <c:v>P-V curve, ṁ=0.04 kg/s</c:v>
          </c:tx>
          <c:spPr>
            <a:ln w="19050"/>
          </c:spPr>
          <c:xVal>
            <c:numRef>
              <c:f>'60% 0.15gpm (0.01 kgs)'!$B$205:$B$224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18.518999999999998</c:v>
                </c:pt>
              </c:numCache>
            </c:numRef>
          </c:xVal>
          <c:yVal>
            <c:numRef>
              <c:f>'60% 0.15gpm (0.01 kgs)'!$D$205:$D$224</c:f>
              <c:numCache>
                <c:formatCode>General</c:formatCode>
                <c:ptCount val="20"/>
                <c:pt idx="0">
                  <c:v>0</c:v>
                </c:pt>
                <c:pt idx="1">
                  <c:v>0.441</c:v>
                </c:pt>
                <c:pt idx="2">
                  <c:v>0.878</c:v>
                </c:pt>
                <c:pt idx="3">
                  <c:v>1.3140000000000001</c:v>
                </c:pt>
                <c:pt idx="4">
                  <c:v>1.748</c:v>
                </c:pt>
                <c:pt idx="5">
                  <c:v>2.1749999999999998</c:v>
                </c:pt>
                <c:pt idx="6">
                  <c:v>2.5920000000000001</c:v>
                </c:pt>
                <c:pt idx="7">
                  <c:v>3.01</c:v>
                </c:pt>
                <c:pt idx="8">
                  <c:v>3.3920000000000003</c:v>
                </c:pt>
                <c:pt idx="9">
                  <c:v>3.7710000000000004</c:v>
                </c:pt>
                <c:pt idx="10">
                  <c:v>4.16</c:v>
                </c:pt>
                <c:pt idx="11">
                  <c:v>4.532</c:v>
                </c:pt>
                <c:pt idx="12">
                  <c:v>4.92</c:v>
                </c:pt>
                <c:pt idx="13">
                  <c:v>5.2910000000000004</c:v>
                </c:pt>
                <c:pt idx="14">
                  <c:v>5.67</c:v>
                </c:pt>
                <c:pt idx="15">
                  <c:v>6.03</c:v>
                </c:pt>
                <c:pt idx="16">
                  <c:v>6.4</c:v>
                </c:pt>
                <c:pt idx="17">
                  <c:v>6.2389999999999999</c:v>
                </c:pt>
                <c:pt idx="18">
                  <c:v>3.0419999999999998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215B-47ED-945D-8B59AC85932E}"/>
            </c:ext>
          </c:extLst>
        </c:ser>
        <c:ser>
          <c:idx val="9"/>
          <c:order val="9"/>
          <c:tx>
            <c:v>P-V curve, ṁ=0.05 kg/s</c:v>
          </c:tx>
          <c:spPr>
            <a:ln w="19050"/>
          </c:spPr>
          <c:xVal>
            <c:numRef>
              <c:f>'60% 0.15gpm (0.01 kgs)'!$B$117:$B$136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18.780999999999999</c:v>
                </c:pt>
              </c:numCache>
            </c:numRef>
          </c:xVal>
          <c:yVal>
            <c:numRef>
              <c:f>'60% 0.15gpm (0.01 kgs)'!$D$117:$D$136</c:f>
              <c:numCache>
                <c:formatCode>General</c:formatCode>
                <c:ptCount val="20"/>
                <c:pt idx="0">
                  <c:v>0</c:v>
                </c:pt>
                <c:pt idx="1">
                  <c:v>0.45141999999999999</c:v>
                </c:pt>
                <c:pt idx="2">
                  <c:v>0.89883999999999997</c:v>
                </c:pt>
                <c:pt idx="3">
                  <c:v>1.3452599999999999</c:v>
                </c:pt>
                <c:pt idx="4">
                  <c:v>1.7856799999999999</c:v>
                </c:pt>
                <c:pt idx="5">
                  <c:v>2.2271000000000001</c:v>
                </c:pt>
                <c:pt idx="6">
                  <c:v>2.6665199999999998</c:v>
                </c:pt>
                <c:pt idx="7">
                  <c:v>3.0899400000000004</c:v>
                </c:pt>
                <c:pt idx="8">
                  <c:v>3.5153600000000003</c:v>
                </c:pt>
                <c:pt idx="9">
                  <c:v>3.9007800000000001</c:v>
                </c:pt>
                <c:pt idx="10">
                  <c:v>4.2942</c:v>
                </c:pt>
                <c:pt idx="11">
                  <c:v>4.6686200000000007</c:v>
                </c:pt>
                <c:pt idx="12">
                  <c:v>5.0570400000000006</c:v>
                </c:pt>
                <c:pt idx="13">
                  <c:v>5.4524600000000003</c:v>
                </c:pt>
                <c:pt idx="14">
                  <c:v>5.8298800000000002</c:v>
                </c:pt>
                <c:pt idx="15">
                  <c:v>6.2163000000000004</c:v>
                </c:pt>
                <c:pt idx="16">
                  <c:v>6.4</c:v>
                </c:pt>
                <c:pt idx="17">
                  <c:v>6.12</c:v>
                </c:pt>
                <c:pt idx="18">
                  <c:v>4.4715600000000002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215B-47ED-945D-8B59AC85932E}"/>
            </c:ext>
          </c:extLst>
        </c:ser>
        <c:ser>
          <c:idx val="11"/>
          <c:order val="11"/>
          <c:tx>
            <c:v>P-V curve, ṁ=0.06 kg/s</c:v>
          </c:tx>
          <c:spPr>
            <a:ln w="19050"/>
          </c:spPr>
          <c:xVal>
            <c:numRef>
              <c:f>'60% 0.15gpm (0.01 kgs)'!$B$138:$B$158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18.672000000000001</c:v>
                </c:pt>
                <c:pt idx="20">
                  <c:v>19</c:v>
                </c:pt>
              </c:numCache>
            </c:numRef>
          </c:xVal>
          <c:yVal>
            <c:numRef>
              <c:f>'60% 0.15gpm (0.01 kgs)'!$D$138:$D$158</c:f>
              <c:numCache>
                <c:formatCode>General</c:formatCode>
                <c:ptCount val="21"/>
                <c:pt idx="0">
                  <c:v>0</c:v>
                </c:pt>
                <c:pt idx="1">
                  <c:v>0.48168469999999997</c:v>
                </c:pt>
                <c:pt idx="2">
                  <c:v>0.95936939999999993</c:v>
                </c:pt>
                <c:pt idx="3">
                  <c:v>1.4360540999999998</c:v>
                </c:pt>
                <c:pt idx="4">
                  <c:v>1.9067387999999998</c:v>
                </c:pt>
                <c:pt idx="5">
                  <c:v>2.3684234999999996</c:v>
                </c:pt>
                <c:pt idx="6">
                  <c:v>2.8361082</c:v>
                </c:pt>
                <c:pt idx="7">
                  <c:v>3.3017928999999997</c:v>
                </c:pt>
                <c:pt idx="8">
                  <c:v>3.7574775999999996</c:v>
                </c:pt>
                <c:pt idx="9">
                  <c:v>4.1821622999999999</c:v>
                </c:pt>
                <c:pt idx="10">
                  <c:v>4.6168469999999999</c:v>
                </c:pt>
                <c:pt idx="11">
                  <c:v>4.9905317000000009</c:v>
                </c:pt>
                <c:pt idx="12">
                  <c:v>5.4082164000000006</c:v>
                </c:pt>
                <c:pt idx="13">
                  <c:v>5.8329011000000008</c:v>
                </c:pt>
                <c:pt idx="14">
                  <c:v>6.2535858000000006</c:v>
                </c:pt>
                <c:pt idx="15">
                  <c:v>6.6702705000000009</c:v>
                </c:pt>
                <c:pt idx="16">
                  <c:v>7.0669552000000007</c:v>
                </c:pt>
                <c:pt idx="17">
                  <c:v>7.2196399000000007</c:v>
                </c:pt>
                <c:pt idx="18">
                  <c:v>4.4223246000000005</c:v>
                </c:pt>
                <c:pt idx="19">
                  <c:v>1.0210727184000001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C-215B-47ED-945D-8B59AC85932E}"/>
            </c:ext>
          </c:extLst>
        </c:ser>
        <c:ser>
          <c:idx val="13"/>
          <c:order val="13"/>
          <c:tx>
            <c:v>P-V curve, ṁ=0.07 kg/s</c:v>
          </c:tx>
          <c:spPr>
            <a:ln w="19050"/>
          </c:spPr>
          <c:xVal>
            <c:numRef>
              <c:f>'60% 0.15gpm (0.01 kgs)'!$B$160:$B$181</c:f>
              <c:numCache>
                <c:formatCode>General</c:formatCod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18.995999999999999</c:v>
                </c:pt>
                <c:pt idx="20">
                  <c:v>19.27</c:v>
                </c:pt>
                <c:pt idx="21">
                  <c:v>19.600000000000001</c:v>
                </c:pt>
              </c:numCache>
            </c:numRef>
          </c:xVal>
          <c:yVal>
            <c:numRef>
              <c:f>'60% 0.15gpm (0.01 kgs)'!$D$160:$D$181</c:f>
              <c:numCache>
                <c:formatCode>General</c:formatCode>
                <c:ptCount val="22"/>
                <c:pt idx="0">
                  <c:v>0</c:v>
                </c:pt>
                <c:pt idx="1">
                  <c:v>0.5035615</c:v>
                </c:pt>
                <c:pt idx="2">
                  <c:v>1.005123</c:v>
                </c:pt>
                <c:pt idx="3">
                  <c:v>1.5016845000000001</c:v>
                </c:pt>
                <c:pt idx="4">
                  <c:v>1.998246</c:v>
                </c:pt>
                <c:pt idx="5">
                  <c:v>2.4878074999999997</c:v>
                </c:pt>
                <c:pt idx="6">
                  <c:v>2.9793690000000002</c:v>
                </c:pt>
                <c:pt idx="7">
                  <c:v>3.4689304999999999</c:v>
                </c:pt>
                <c:pt idx="8">
                  <c:v>3.9564919999999999</c:v>
                </c:pt>
                <c:pt idx="9">
                  <c:v>4.4150535</c:v>
                </c:pt>
                <c:pt idx="10">
                  <c:v>4.865615</c:v>
                </c:pt>
                <c:pt idx="11">
                  <c:v>5.3019999999999996</c:v>
                </c:pt>
                <c:pt idx="12">
                  <c:v>5.76</c:v>
                </c:pt>
                <c:pt idx="13">
                  <c:v>6.2139999999999995</c:v>
                </c:pt>
                <c:pt idx="14">
                  <c:v>6.58</c:v>
                </c:pt>
                <c:pt idx="15">
                  <c:v>7.0200000000000005</c:v>
                </c:pt>
                <c:pt idx="16">
                  <c:v>7.44</c:v>
                </c:pt>
                <c:pt idx="17">
                  <c:v>7.7105455000000003</c:v>
                </c:pt>
                <c:pt idx="18">
                  <c:v>7.3361070000000002</c:v>
                </c:pt>
                <c:pt idx="19">
                  <c:v>3.1640022539999997</c:v>
                </c:pt>
                <c:pt idx="20">
                  <c:v>1.5716901049999998</c:v>
                </c:pt>
                <c:pt idx="21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D-215B-47ED-945D-8B59AC8593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0436800"/>
        <c:axId val="1550453120"/>
      </c:scatterChart>
      <c:valAx>
        <c:axId val="986676735"/>
        <c:scaling>
          <c:orientation val="minMax"/>
          <c:max val="2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MY" sz="1800" dirty="0"/>
                  <a:t>Voltage</a:t>
                </a:r>
                <a:r>
                  <a:rPr lang="en-MY" sz="1800" baseline="0" dirty="0"/>
                  <a:t> (V)</a:t>
                </a:r>
                <a:endParaRPr lang="en-MY" sz="1800" dirty="0"/>
              </a:p>
            </c:rich>
          </c:tx>
          <c:layout>
            <c:manualLayout>
              <c:xMode val="edge"/>
              <c:yMode val="edge"/>
              <c:x val="0.45412815092112158"/>
              <c:y val="0.95312837299831898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679615"/>
        <c:crosses val="autoZero"/>
        <c:crossBetween val="midCat"/>
      </c:valAx>
      <c:valAx>
        <c:axId val="986679615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MY" sz="1800" dirty="0"/>
                  <a:t>Current</a:t>
                </a:r>
                <a:r>
                  <a:rPr lang="en-MY" sz="1800" baseline="0" dirty="0"/>
                  <a:t> (A)</a:t>
                </a:r>
                <a:endParaRPr lang="en-MY" sz="1800" dirty="0"/>
              </a:p>
            </c:rich>
          </c:tx>
          <c:layout>
            <c:manualLayout>
              <c:xMode val="edge"/>
              <c:yMode val="edge"/>
              <c:x val="5.7007033990412355E-3"/>
              <c:y val="0.43836002241292871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676735"/>
        <c:crosses val="autoZero"/>
        <c:crossBetween val="midCat"/>
      </c:valAx>
      <c:valAx>
        <c:axId val="1550453120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/>
                </a:pPr>
                <a:r>
                  <a:rPr lang="en-MY" sz="1800" dirty="0"/>
                  <a:t>Power</a:t>
                </a:r>
                <a:r>
                  <a:rPr lang="en-MY" sz="1800" baseline="0" dirty="0"/>
                  <a:t> (W)</a:t>
                </a:r>
                <a:endParaRPr lang="en-MY" sz="1800" dirty="0"/>
              </a:p>
            </c:rich>
          </c:tx>
          <c:layout>
            <c:manualLayout>
              <c:xMode val="edge"/>
              <c:yMode val="edge"/>
              <c:x val="0.96788129410676804"/>
              <c:y val="0.4188281872069362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1550436800"/>
        <c:crosses val="max"/>
        <c:crossBetween val="midCat"/>
      </c:valAx>
      <c:valAx>
        <c:axId val="155043680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50453120"/>
        <c:crosses val="autoZero"/>
        <c:crossBetween val="midCat"/>
      </c:valAx>
      <c:spPr>
        <a:ln w="38100">
          <a:solidFill>
            <a:sysClr val="windowText" lastClr="000000"/>
          </a:solidFill>
        </a:ln>
      </c:spPr>
    </c:plotArea>
    <c:legend>
      <c:legendPos val="r"/>
      <c:layout>
        <c:manualLayout>
          <c:xMode val="edge"/>
          <c:yMode val="edge"/>
          <c:x val="0.43046291413151555"/>
          <c:y val="0.60776519508095195"/>
          <c:w val="0.41561019403458377"/>
          <c:h val="0.26946091008286888"/>
        </c:manualLayout>
      </c:layout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  <c:extLst/>
  </c:chart>
  <c:spPr>
    <a:ln>
      <a:noFill/>
    </a:ln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2961659986431749E-2"/>
          <c:y val="1.6048420024308799E-2"/>
          <c:w val="0.84797663047292804"/>
          <c:h val="0.906934188641767"/>
        </c:manualLayout>
      </c:layout>
      <c:scatterChart>
        <c:scatterStyle val="smoothMarker"/>
        <c:varyColors val="0"/>
        <c:ser>
          <c:idx val="1"/>
          <c:order val="0"/>
          <c:tx>
            <c:v>I-V curve, ṁ=0.01 kg/s</c:v>
          </c:tx>
          <c:spPr>
            <a:ln w="19050"/>
          </c:spPr>
          <c:xVal>
            <c:numRef>
              <c:f>'80% 0.35gpm (0.03kgs)'!$C$32:$C$51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18.268999999999998</c:v>
                </c:pt>
              </c:numCache>
            </c:numRef>
          </c:xVal>
          <c:yVal>
            <c:numRef>
              <c:f>'80% 0.35gpm (0.03kgs)'!$D$32:$D$51</c:f>
              <c:numCache>
                <c:formatCode>General</c:formatCode>
                <c:ptCount val="20"/>
                <c:pt idx="0">
                  <c:v>0.55500000000000005</c:v>
                </c:pt>
                <c:pt idx="1">
                  <c:v>0.55000000000000004</c:v>
                </c:pt>
                <c:pt idx="2">
                  <c:v>0.54900000000000004</c:v>
                </c:pt>
                <c:pt idx="3">
                  <c:v>0.54800000000000004</c:v>
                </c:pt>
                <c:pt idx="4">
                  <c:v>0.54700000000000004</c:v>
                </c:pt>
                <c:pt idx="5">
                  <c:v>0.54600000000000004</c:v>
                </c:pt>
                <c:pt idx="6">
                  <c:v>0.54400000000000004</c:v>
                </c:pt>
                <c:pt idx="7">
                  <c:v>0.54300000000000004</c:v>
                </c:pt>
                <c:pt idx="8">
                  <c:v>0.54200000000000004</c:v>
                </c:pt>
                <c:pt idx="9">
                  <c:v>0.54</c:v>
                </c:pt>
                <c:pt idx="10">
                  <c:v>0.53700000000000003</c:v>
                </c:pt>
                <c:pt idx="11">
                  <c:v>0.53400000000000003</c:v>
                </c:pt>
                <c:pt idx="12">
                  <c:v>0.53200000000000003</c:v>
                </c:pt>
                <c:pt idx="13">
                  <c:v>0.52800000000000002</c:v>
                </c:pt>
                <c:pt idx="14">
                  <c:v>0.52600000000000002</c:v>
                </c:pt>
                <c:pt idx="15">
                  <c:v>0.52100000000000002</c:v>
                </c:pt>
                <c:pt idx="16">
                  <c:v>0.5</c:v>
                </c:pt>
                <c:pt idx="17">
                  <c:v>0.379</c:v>
                </c:pt>
                <c:pt idx="18">
                  <c:v>9.6000000000000002E-2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F2D-434A-8801-2461963C0F8E}"/>
            </c:ext>
          </c:extLst>
        </c:ser>
        <c:ser>
          <c:idx val="2"/>
          <c:order val="2"/>
          <c:tx>
            <c:v>I-V curve, ṁ=0.02 kg/s</c:v>
          </c:tx>
          <c:spPr>
            <a:ln w="15875"/>
          </c:spPr>
          <c:xVal>
            <c:numRef>
              <c:f>'80% 0.35gpm (0.03kgs)'!$C$53:$C$73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18.995999999999999</c:v>
                </c:pt>
                <c:pt idx="20">
                  <c:v>19.149000000000001</c:v>
                </c:pt>
              </c:numCache>
            </c:numRef>
          </c:xVal>
          <c:yVal>
            <c:numRef>
              <c:f>'80% 0.35gpm (0.03kgs)'!$D$53:$D$73</c:f>
              <c:numCache>
                <c:formatCode>General</c:formatCode>
                <c:ptCount val="21"/>
                <c:pt idx="0">
                  <c:v>0.53600000000000003</c:v>
                </c:pt>
                <c:pt idx="1">
                  <c:v>0.53600000000000003</c:v>
                </c:pt>
                <c:pt idx="2">
                  <c:v>0.53500000000000003</c:v>
                </c:pt>
                <c:pt idx="3">
                  <c:v>0.53300000000000003</c:v>
                </c:pt>
                <c:pt idx="4">
                  <c:v>0.53200000000000003</c:v>
                </c:pt>
                <c:pt idx="5">
                  <c:v>0.53100000000000003</c:v>
                </c:pt>
                <c:pt idx="6">
                  <c:v>0.53</c:v>
                </c:pt>
                <c:pt idx="7">
                  <c:v>0.52900000000000003</c:v>
                </c:pt>
                <c:pt idx="8">
                  <c:v>0.52700000000000002</c:v>
                </c:pt>
                <c:pt idx="9">
                  <c:v>0.52600000000000002</c:v>
                </c:pt>
                <c:pt idx="10">
                  <c:v>0.52500000000000002</c:v>
                </c:pt>
                <c:pt idx="11">
                  <c:v>0.52200000000000002</c:v>
                </c:pt>
                <c:pt idx="12">
                  <c:v>0.52</c:v>
                </c:pt>
                <c:pt idx="13">
                  <c:v>0.51600000000000001</c:v>
                </c:pt>
                <c:pt idx="14">
                  <c:v>0.51500000000000001</c:v>
                </c:pt>
                <c:pt idx="15">
                  <c:v>0.51200000000000001</c:v>
                </c:pt>
                <c:pt idx="16">
                  <c:v>0.51</c:v>
                </c:pt>
                <c:pt idx="17">
                  <c:v>0.48</c:v>
                </c:pt>
                <c:pt idx="18">
                  <c:v>0.36</c:v>
                </c:pt>
                <c:pt idx="19">
                  <c:v>6.4000000000000001E-2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F2D-434A-8801-2461963C0F8E}"/>
            </c:ext>
          </c:extLst>
        </c:ser>
        <c:ser>
          <c:idx val="4"/>
          <c:order val="4"/>
          <c:tx>
            <c:v>I-V curve, ṁ=0.03 kg/s</c:v>
          </c:tx>
          <c:spPr>
            <a:ln w="19050"/>
          </c:spPr>
          <c:xVal>
            <c:numRef>
              <c:f>'80% 0.35gpm (0.03kgs)'!$C$75:$C$94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18.167000000000002</c:v>
                </c:pt>
              </c:numCache>
            </c:numRef>
          </c:xVal>
          <c:yVal>
            <c:numRef>
              <c:f>'80% 0.35gpm (0.03kgs)'!$D$75:$D$94</c:f>
              <c:numCache>
                <c:formatCode>General</c:formatCode>
                <c:ptCount val="20"/>
                <c:pt idx="0">
                  <c:v>0.56499999999999995</c:v>
                </c:pt>
                <c:pt idx="1">
                  <c:v>0.56433333333000002</c:v>
                </c:pt>
                <c:pt idx="2">
                  <c:v>0.56333333333000002</c:v>
                </c:pt>
                <c:pt idx="3">
                  <c:v>0.56233333333000002</c:v>
                </c:pt>
                <c:pt idx="4">
                  <c:v>0.55933333333000002</c:v>
                </c:pt>
                <c:pt idx="5">
                  <c:v>0.55633333333000001</c:v>
                </c:pt>
                <c:pt idx="6">
                  <c:v>0.55533333333000001</c:v>
                </c:pt>
                <c:pt idx="7">
                  <c:v>0.55333333333000001</c:v>
                </c:pt>
                <c:pt idx="8">
                  <c:v>0.55233333333000001</c:v>
                </c:pt>
                <c:pt idx="9">
                  <c:v>0.54933333333000001</c:v>
                </c:pt>
                <c:pt idx="10">
                  <c:v>0.54833333333000001</c:v>
                </c:pt>
                <c:pt idx="11">
                  <c:v>0.54533333333</c:v>
                </c:pt>
                <c:pt idx="12">
                  <c:v>0.54233333333</c:v>
                </c:pt>
                <c:pt idx="13">
                  <c:v>0.54033333333</c:v>
                </c:pt>
                <c:pt idx="14">
                  <c:v>0.53633333332999999</c:v>
                </c:pt>
                <c:pt idx="15">
                  <c:v>0.53333333332999999</c:v>
                </c:pt>
                <c:pt idx="16">
                  <c:v>0.52333333332999998</c:v>
                </c:pt>
                <c:pt idx="17">
                  <c:v>0.36633333332999996</c:v>
                </c:pt>
                <c:pt idx="18">
                  <c:v>7.5333333330000002E-2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F2D-434A-8801-2461963C0F8E}"/>
            </c:ext>
          </c:extLst>
        </c:ser>
        <c:ser>
          <c:idx val="6"/>
          <c:order val="6"/>
          <c:tx>
            <c:v>I-V curve, ṁ=0.04 kg/s</c:v>
          </c:tx>
          <c:spPr>
            <a:ln w="19050"/>
          </c:spPr>
          <c:xVal>
            <c:numRef>
              <c:f>'80% 0.35gpm (0.03kgs)'!$C$96:$C$115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18.649999999999999</c:v>
                </c:pt>
              </c:numCache>
            </c:numRef>
          </c:xVal>
          <c:yVal>
            <c:numRef>
              <c:f>'80% 0.35gpm (0.03kgs)'!$D$96:$D$115</c:f>
              <c:numCache>
                <c:formatCode>General</c:formatCode>
                <c:ptCount val="20"/>
                <c:pt idx="0">
                  <c:v>0.56299999999999994</c:v>
                </c:pt>
                <c:pt idx="1">
                  <c:v>0.56233333333000002</c:v>
                </c:pt>
                <c:pt idx="2">
                  <c:v>0.56033333333000002</c:v>
                </c:pt>
                <c:pt idx="3">
                  <c:v>0.55933333333000002</c:v>
                </c:pt>
                <c:pt idx="4">
                  <c:v>0.55833333333000001</c:v>
                </c:pt>
                <c:pt idx="5">
                  <c:v>0.55733333333000001</c:v>
                </c:pt>
                <c:pt idx="6">
                  <c:v>0.55533333333000001</c:v>
                </c:pt>
                <c:pt idx="7">
                  <c:v>0.55333333333000001</c:v>
                </c:pt>
                <c:pt idx="8">
                  <c:v>0.55233333333000001</c:v>
                </c:pt>
                <c:pt idx="9">
                  <c:v>0.55133333333000001</c:v>
                </c:pt>
                <c:pt idx="10">
                  <c:v>0.54833333333000001</c:v>
                </c:pt>
                <c:pt idx="11">
                  <c:v>0.54533333333</c:v>
                </c:pt>
                <c:pt idx="12">
                  <c:v>0.54333333333</c:v>
                </c:pt>
                <c:pt idx="13">
                  <c:v>0.54233333333</c:v>
                </c:pt>
                <c:pt idx="14">
                  <c:v>0.53833333333</c:v>
                </c:pt>
                <c:pt idx="15">
                  <c:v>0.53533333332999999</c:v>
                </c:pt>
                <c:pt idx="16">
                  <c:v>0.53333333332999999</c:v>
                </c:pt>
                <c:pt idx="17">
                  <c:v>0.47333333332999999</c:v>
                </c:pt>
                <c:pt idx="18">
                  <c:v>0.23133333333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F2D-434A-8801-2461963C0F8E}"/>
            </c:ext>
          </c:extLst>
        </c:ser>
        <c:ser>
          <c:idx val="8"/>
          <c:order val="8"/>
          <c:tx>
            <c:v>I-V curve, ṁ=0.05 kg/s</c:v>
          </c:tx>
          <c:spPr>
            <a:ln w="15875"/>
          </c:spPr>
          <c:xVal>
            <c:numRef>
              <c:f>'80% 0.35gpm (0.03kgs)'!$C$117:$C$136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18.533000000000001</c:v>
                </c:pt>
              </c:numCache>
            </c:numRef>
          </c:xVal>
          <c:yVal>
            <c:numRef>
              <c:f>'80% 0.35gpm (0.03kgs)'!$D$117:$D$136</c:f>
              <c:numCache>
                <c:formatCode>General</c:formatCode>
                <c:ptCount val="20"/>
                <c:pt idx="0">
                  <c:v>0.57899999999999996</c:v>
                </c:pt>
                <c:pt idx="1">
                  <c:v>0.57800000000000007</c:v>
                </c:pt>
                <c:pt idx="2">
                  <c:v>0.57600000000000007</c:v>
                </c:pt>
                <c:pt idx="3">
                  <c:v>0.57400000000000007</c:v>
                </c:pt>
                <c:pt idx="4">
                  <c:v>0.57100000000000006</c:v>
                </c:pt>
                <c:pt idx="5">
                  <c:v>0.57000000000000006</c:v>
                </c:pt>
                <c:pt idx="6">
                  <c:v>0.56900000000000006</c:v>
                </c:pt>
                <c:pt idx="7">
                  <c:v>0.56700000000000006</c:v>
                </c:pt>
                <c:pt idx="8">
                  <c:v>0.56600000000000006</c:v>
                </c:pt>
                <c:pt idx="9">
                  <c:v>0.56500000000000006</c:v>
                </c:pt>
                <c:pt idx="10">
                  <c:v>0.56300000000000006</c:v>
                </c:pt>
                <c:pt idx="11">
                  <c:v>0.56100000000000005</c:v>
                </c:pt>
                <c:pt idx="12">
                  <c:v>0.55700000000000005</c:v>
                </c:pt>
                <c:pt idx="13">
                  <c:v>0.55500000000000005</c:v>
                </c:pt>
                <c:pt idx="14">
                  <c:v>0.55200000000000005</c:v>
                </c:pt>
                <c:pt idx="15">
                  <c:v>0.55100000000000005</c:v>
                </c:pt>
                <c:pt idx="16">
                  <c:v>0.55000000000000004</c:v>
                </c:pt>
                <c:pt idx="17">
                  <c:v>0.46899999999999997</c:v>
                </c:pt>
                <c:pt idx="18">
                  <c:v>0.216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EF2D-434A-8801-2461963C0F8E}"/>
            </c:ext>
          </c:extLst>
        </c:ser>
        <c:ser>
          <c:idx val="10"/>
          <c:order val="10"/>
          <c:tx>
            <c:v>I-V curve, ṁ=0.06 kg/s</c:v>
          </c:tx>
          <c:spPr>
            <a:ln w="19050"/>
          </c:spPr>
          <c:xVal>
            <c:numRef>
              <c:f>'80% 0.35gpm (0.03kgs)'!$C$138:$C$158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18.995999999999999</c:v>
                </c:pt>
                <c:pt idx="20">
                  <c:v>19.184000000000001</c:v>
                </c:pt>
              </c:numCache>
            </c:numRef>
          </c:xVal>
          <c:yVal>
            <c:numRef>
              <c:f>'80% 0.35gpm (0.03kgs)'!$D$138:$D$158</c:f>
              <c:numCache>
                <c:formatCode>General</c:formatCode>
                <c:ptCount val="21"/>
                <c:pt idx="0">
                  <c:v>0.56499999999999995</c:v>
                </c:pt>
                <c:pt idx="1">
                  <c:v>0.56433333333000002</c:v>
                </c:pt>
                <c:pt idx="2">
                  <c:v>0.56233333333000002</c:v>
                </c:pt>
                <c:pt idx="3">
                  <c:v>0.56133333333000002</c:v>
                </c:pt>
                <c:pt idx="4">
                  <c:v>0.56033333333000002</c:v>
                </c:pt>
                <c:pt idx="5">
                  <c:v>0.55833333333000001</c:v>
                </c:pt>
                <c:pt idx="6">
                  <c:v>0.55733333333000001</c:v>
                </c:pt>
                <c:pt idx="7">
                  <c:v>0.55633333333000001</c:v>
                </c:pt>
                <c:pt idx="8">
                  <c:v>0.55533333333000001</c:v>
                </c:pt>
                <c:pt idx="9">
                  <c:v>0.55433333333000001</c:v>
                </c:pt>
                <c:pt idx="10">
                  <c:v>0.55333333333000001</c:v>
                </c:pt>
                <c:pt idx="11">
                  <c:v>0.55033333333000001</c:v>
                </c:pt>
                <c:pt idx="12">
                  <c:v>0.54933333333000001</c:v>
                </c:pt>
                <c:pt idx="13">
                  <c:v>0.54633333333</c:v>
                </c:pt>
                <c:pt idx="14">
                  <c:v>0.54433333333</c:v>
                </c:pt>
                <c:pt idx="15">
                  <c:v>0.54133333333</c:v>
                </c:pt>
                <c:pt idx="16">
                  <c:v>0.53833333333</c:v>
                </c:pt>
                <c:pt idx="17">
                  <c:v>0.53333333332999999</c:v>
                </c:pt>
                <c:pt idx="18">
                  <c:v>0.48133333333</c:v>
                </c:pt>
                <c:pt idx="19">
                  <c:v>0.10333333333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EF2D-434A-8801-2461963C0F8E}"/>
            </c:ext>
          </c:extLst>
        </c:ser>
        <c:ser>
          <c:idx val="12"/>
          <c:order val="12"/>
          <c:tx>
            <c:v>I-V curve, ṁ=0.07 kg/s</c:v>
          </c:tx>
          <c:spPr>
            <a:ln w="19050"/>
          </c:spPr>
          <c:xVal>
            <c:numRef>
              <c:f>'80% 0.35gpm (0.03kgs)'!$C$160:$C$182</c:f>
              <c:numCache>
                <c:formatCode>General</c:formatCode>
                <c:ptCount val="2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17.411999999999999</c:v>
                </c:pt>
                <c:pt idx="19">
                  <c:v>17.8</c:v>
                </c:pt>
                <c:pt idx="20">
                  <c:v>18</c:v>
                </c:pt>
                <c:pt idx="21">
                  <c:v>18.995999999999999</c:v>
                </c:pt>
                <c:pt idx="22">
                  <c:v>19.510000000000002</c:v>
                </c:pt>
              </c:numCache>
            </c:numRef>
          </c:xVal>
          <c:yVal>
            <c:numRef>
              <c:f>'80% 0.35gpm (0.03kgs)'!$D$160:$D$182</c:f>
              <c:numCache>
                <c:formatCode>General</c:formatCode>
                <c:ptCount val="23"/>
                <c:pt idx="0">
                  <c:v>0.55900000000000005</c:v>
                </c:pt>
                <c:pt idx="1">
                  <c:v>0.55897977996000003</c:v>
                </c:pt>
                <c:pt idx="2">
                  <c:v>0.55797977996000003</c:v>
                </c:pt>
                <c:pt idx="3">
                  <c:v>0.55697977996000003</c:v>
                </c:pt>
                <c:pt idx="4">
                  <c:v>0.55597977996000003</c:v>
                </c:pt>
                <c:pt idx="5">
                  <c:v>0.55497977996000003</c:v>
                </c:pt>
                <c:pt idx="6">
                  <c:v>0.55397977996000003</c:v>
                </c:pt>
                <c:pt idx="7">
                  <c:v>0.55297977996000003</c:v>
                </c:pt>
                <c:pt idx="8">
                  <c:v>0.55197977996000003</c:v>
                </c:pt>
                <c:pt idx="9">
                  <c:v>0.55097977996000003</c:v>
                </c:pt>
                <c:pt idx="10">
                  <c:v>0.54997977996000003</c:v>
                </c:pt>
                <c:pt idx="11">
                  <c:v>0.54897977996000002</c:v>
                </c:pt>
                <c:pt idx="12">
                  <c:v>0.54797977996000002</c:v>
                </c:pt>
                <c:pt idx="13">
                  <c:v>0.54697977996000002</c:v>
                </c:pt>
                <c:pt idx="14">
                  <c:v>0.54597977996000002</c:v>
                </c:pt>
                <c:pt idx="15">
                  <c:v>0.54497977996000002</c:v>
                </c:pt>
                <c:pt idx="16">
                  <c:v>0.54297977996000002</c:v>
                </c:pt>
                <c:pt idx="17">
                  <c:v>0.53997977996000002</c:v>
                </c:pt>
                <c:pt idx="18">
                  <c:v>0.53597977996000001</c:v>
                </c:pt>
                <c:pt idx="19">
                  <c:v>0.52097977996</c:v>
                </c:pt>
                <c:pt idx="20">
                  <c:v>0.50097977995999998</c:v>
                </c:pt>
                <c:pt idx="21">
                  <c:v>0.20297977996</c:v>
                </c:pt>
                <c:pt idx="22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EF2D-434A-8801-2461963C0F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3659791"/>
        <c:axId val="1113660751"/>
      </c:scatterChart>
      <c:scatterChart>
        <c:scatterStyle val="smoothMarker"/>
        <c:varyColors val="0"/>
        <c:ser>
          <c:idx val="0"/>
          <c:order val="1"/>
          <c:tx>
            <c:v>P-V curve, ṁ=0.01 kg/s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'80% 0.35gpm (0.03kgs)'!$C$32:$C$51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18.268999999999998</c:v>
                </c:pt>
              </c:numCache>
            </c:numRef>
          </c:xVal>
          <c:yVal>
            <c:numRef>
              <c:f>'80% 0.35gpm (0.03kgs)'!$E$32:$E$51</c:f>
              <c:numCache>
                <c:formatCode>General</c:formatCode>
                <c:ptCount val="20"/>
                <c:pt idx="0">
                  <c:v>0</c:v>
                </c:pt>
                <c:pt idx="1">
                  <c:v>0.55000000000000004</c:v>
                </c:pt>
                <c:pt idx="2">
                  <c:v>1.0980000000000001</c:v>
                </c:pt>
                <c:pt idx="3">
                  <c:v>1.6440000000000001</c:v>
                </c:pt>
                <c:pt idx="4">
                  <c:v>2.1880000000000002</c:v>
                </c:pt>
                <c:pt idx="5">
                  <c:v>2.7300000000000004</c:v>
                </c:pt>
                <c:pt idx="6">
                  <c:v>3.2640000000000002</c:v>
                </c:pt>
                <c:pt idx="7">
                  <c:v>3.8010000000000002</c:v>
                </c:pt>
                <c:pt idx="8">
                  <c:v>4.3360000000000003</c:v>
                </c:pt>
                <c:pt idx="9">
                  <c:v>4.8600000000000003</c:v>
                </c:pt>
                <c:pt idx="10">
                  <c:v>5.37</c:v>
                </c:pt>
                <c:pt idx="11">
                  <c:v>5.8740000000000006</c:v>
                </c:pt>
                <c:pt idx="12">
                  <c:v>6.3840000000000003</c:v>
                </c:pt>
                <c:pt idx="13">
                  <c:v>6.8640000000000008</c:v>
                </c:pt>
                <c:pt idx="14">
                  <c:v>7.3640000000000008</c:v>
                </c:pt>
                <c:pt idx="15">
                  <c:v>7.8150000000000004</c:v>
                </c:pt>
                <c:pt idx="16">
                  <c:v>8</c:v>
                </c:pt>
                <c:pt idx="17">
                  <c:v>6.4429999999999996</c:v>
                </c:pt>
                <c:pt idx="18">
                  <c:v>1.728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EF2D-434A-8801-2461963C0F8E}"/>
            </c:ext>
          </c:extLst>
        </c:ser>
        <c:ser>
          <c:idx val="3"/>
          <c:order val="3"/>
          <c:tx>
            <c:v>P-V curve, ṁ=0.02 kg/s</c:v>
          </c:tx>
          <c:spPr>
            <a:ln w="19050"/>
          </c:spPr>
          <c:xVal>
            <c:numRef>
              <c:f>'80% 0.35gpm (0.03kgs)'!$C$53:$C$73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18.995999999999999</c:v>
                </c:pt>
                <c:pt idx="20">
                  <c:v>19.149000000000001</c:v>
                </c:pt>
              </c:numCache>
            </c:numRef>
          </c:xVal>
          <c:yVal>
            <c:numRef>
              <c:f>'80% 0.35gpm (0.03kgs)'!$E$53:$E$73</c:f>
              <c:numCache>
                <c:formatCode>General</c:formatCode>
                <c:ptCount val="21"/>
                <c:pt idx="0">
                  <c:v>0</c:v>
                </c:pt>
                <c:pt idx="1">
                  <c:v>0.53600000000000003</c:v>
                </c:pt>
                <c:pt idx="2">
                  <c:v>1.07</c:v>
                </c:pt>
                <c:pt idx="3">
                  <c:v>1.5990000000000002</c:v>
                </c:pt>
                <c:pt idx="4">
                  <c:v>2.1280000000000001</c:v>
                </c:pt>
                <c:pt idx="5">
                  <c:v>2.6550000000000002</c:v>
                </c:pt>
                <c:pt idx="6">
                  <c:v>3.18</c:v>
                </c:pt>
                <c:pt idx="7">
                  <c:v>3.7030000000000003</c:v>
                </c:pt>
                <c:pt idx="8">
                  <c:v>4.2160000000000002</c:v>
                </c:pt>
                <c:pt idx="9">
                  <c:v>4.734</c:v>
                </c:pt>
                <c:pt idx="10">
                  <c:v>5.25</c:v>
                </c:pt>
                <c:pt idx="11">
                  <c:v>5.742</c:v>
                </c:pt>
                <c:pt idx="12">
                  <c:v>6.24</c:v>
                </c:pt>
                <c:pt idx="13">
                  <c:v>6.7080000000000002</c:v>
                </c:pt>
                <c:pt idx="14">
                  <c:v>7.21</c:v>
                </c:pt>
                <c:pt idx="15">
                  <c:v>7.68</c:v>
                </c:pt>
                <c:pt idx="16">
                  <c:v>8.16</c:v>
                </c:pt>
                <c:pt idx="17">
                  <c:v>8.16</c:v>
                </c:pt>
                <c:pt idx="18">
                  <c:v>6.4799999999999995</c:v>
                </c:pt>
                <c:pt idx="19">
                  <c:v>1.2157439999999999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EF2D-434A-8801-2461963C0F8E}"/>
            </c:ext>
          </c:extLst>
        </c:ser>
        <c:ser>
          <c:idx val="5"/>
          <c:order val="5"/>
          <c:tx>
            <c:v>P-V curve, ṁ=0.03 kg/s</c:v>
          </c:tx>
          <c:spPr>
            <a:ln w="19050"/>
          </c:spPr>
          <c:xVal>
            <c:numRef>
              <c:f>'80% 0.35gpm (0.03kgs)'!$C$75:$C$94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18.167000000000002</c:v>
                </c:pt>
              </c:numCache>
            </c:numRef>
          </c:xVal>
          <c:yVal>
            <c:numRef>
              <c:f>'80% 0.35gpm (0.03kgs)'!$E$75:$E$94</c:f>
              <c:numCache>
                <c:formatCode>General</c:formatCode>
                <c:ptCount val="20"/>
                <c:pt idx="0">
                  <c:v>0</c:v>
                </c:pt>
                <c:pt idx="1">
                  <c:v>0.56433333333000002</c:v>
                </c:pt>
                <c:pt idx="2">
                  <c:v>1.12666666666</c:v>
                </c:pt>
                <c:pt idx="3">
                  <c:v>1.6869999999900001</c:v>
                </c:pt>
                <c:pt idx="4">
                  <c:v>2.2373333333200001</c:v>
                </c:pt>
                <c:pt idx="5">
                  <c:v>2.7816666666500001</c:v>
                </c:pt>
                <c:pt idx="6">
                  <c:v>3.3319999999799998</c:v>
                </c:pt>
                <c:pt idx="7">
                  <c:v>3.8733333333100002</c:v>
                </c:pt>
                <c:pt idx="8">
                  <c:v>4.4186666666400001</c:v>
                </c:pt>
                <c:pt idx="9">
                  <c:v>4.9439999999699999</c:v>
                </c:pt>
                <c:pt idx="10">
                  <c:v>5.4833333333000001</c:v>
                </c:pt>
                <c:pt idx="11">
                  <c:v>5.9986666666300001</c:v>
                </c:pt>
                <c:pt idx="12">
                  <c:v>6.50799999996</c:v>
                </c:pt>
                <c:pt idx="13">
                  <c:v>7.0243333332900004</c:v>
                </c:pt>
                <c:pt idx="14">
                  <c:v>7.5086666666199999</c:v>
                </c:pt>
                <c:pt idx="15">
                  <c:v>7.99999999995</c:v>
                </c:pt>
                <c:pt idx="16">
                  <c:v>8.3733333332799997</c:v>
                </c:pt>
                <c:pt idx="17">
                  <c:v>6.2276666666099993</c:v>
                </c:pt>
                <c:pt idx="18">
                  <c:v>1.35577399994001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EF2D-434A-8801-2461963C0F8E}"/>
            </c:ext>
          </c:extLst>
        </c:ser>
        <c:ser>
          <c:idx val="7"/>
          <c:order val="7"/>
          <c:tx>
            <c:v>P-V curve, ṁ=0.04 kg/s</c:v>
          </c:tx>
          <c:spPr>
            <a:ln w="19050"/>
          </c:spPr>
          <c:xVal>
            <c:numRef>
              <c:f>'80% 0.35gpm (0.03kgs)'!$C$96:$C$115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18.649999999999999</c:v>
                </c:pt>
              </c:numCache>
            </c:numRef>
          </c:xVal>
          <c:yVal>
            <c:numRef>
              <c:f>'80% 0.35gpm (0.03kgs)'!$E$96:$E$115</c:f>
              <c:numCache>
                <c:formatCode>General</c:formatCode>
                <c:ptCount val="20"/>
                <c:pt idx="0">
                  <c:v>0</c:v>
                </c:pt>
                <c:pt idx="1">
                  <c:v>0.56233333333000002</c:v>
                </c:pt>
                <c:pt idx="2">
                  <c:v>1.12066666666</c:v>
                </c:pt>
                <c:pt idx="3">
                  <c:v>1.6779999999899999</c:v>
                </c:pt>
                <c:pt idx="4">
                  <c:v>2.2333333333200001</c:v>
                </c:pt>
                <c:pt idx="5">
                  <c:v>2.78666666665</c:v>
                </c:pt>
                <c:pt idx="6">
                  <c:v>3.3319999999799998</c:v>
                </c:pt>
                <c:pt idx="7">
                  <c:v>3.8733333333100002</c:v>
                </c:pt>
                <c:pt idx="8">
                  <c:v>4.4186666666400001</c:v>
                </c:pt>
                <c:pt idx="9">
                  <c:v>4.9619999999699997</c:v>
                </c:pt>
                <c:pt idx="10">
                  <c:v>5.4833333333000001</c:v>
                </c:pt>
                <c:pt idx="11">
                  <c:v>5.9986666666300001</c:v>
                </c:pt>
                <c:pt idx="12">
                  <c:v>6.5199999999599996</c:v>
                </c:pt>
                <c:pt idx="13">
                  <c:v>7.0503333332900002</c:v>
                </c:pt>
                <c:pt idx="14">
                  <c:v>7.5366666666200004</c:v>
                </c:pt>
                <c:pt idx="15">
                  <c:v>8.0299999999500002</c:v>
                </c:pt>
                <c:pt idx="16">
                  <c:v>8.5333333332799999</c:v>
                </c:pt>
                <c:pt idx="17">
                  <c:v>8.0466666666099993</c:v>
                </c:pt>
                <c:pt idx="18">
                  <c:v>4.1639999999399997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EF2D-434A-8801-2461963C0F8E}"/>
            </c:ext>
          </c:extLst>
        </c:ser>
        <c:ser>
          <c:idx val="9"/>
          <c:order val="9"/>
          <c:tx>
            <c:v>P-V curve, ṁ=0.05 kg/s</c:v>
          </c:tx>
          <c:spPr>
            <a:ln w="19050"/>
          </c:spPr>
          <c:xVal>
            <c:numRef>
              <c:f>'80% 0.35gpm (0.03kgs)'!$C$117:$C$136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18.533000000000001</c:v>
                </c:pt>
              </c:numCache>
            </c:numRef>
          </c:xVal>
          <c:yVal>
            <c:numRef>
              <c:f>'80% 0.35gpm (0.03kgs)'!$E$117:$E$136</c:f>
              <c:numCache>
                <c:formatCode>General</c:formatCode>
                <c:ptCount val="20"/>
                <c:pt idx="0">
                  <c:v>0</c:v>
                </c:pt>
                <c:pt idx="1">
                  <c:v>0.57800000000000007</c:v>
                </c:pt>
                <c:pt idx="2">
                  <c:v>1.1520000000000001</c:v>
                </c:pt>
                <c:pt idx="3">
                  <c:v>1.7220000000000002</c:v>
                </c:pt>
                <c:pt idx="4">
                  <c:v>2.2840000000000003</c:v>
                </c:pt>
                <c:pt idx="5">
                  <c:v>2.8500000000000005</c:v>
                </c:pt>
                <c:pt idx="6">
                  <c:v>3.4140000000000006</c:v>
                </c:pt>
                <c:pt idx="7">
                  <c:v>3.9690000000000003</c:v>
                </c:pt>
                <c:pt idx="8">
                  <c:v>4.5280000000000005</c:v>
                </c:pt>
                <c:pt idx="9">
                  <c:v>5.0850000000000009</c:v>
                </c:pt>
                <c:pt idx="10">
                  <c:v>5.6300000000000008</c:v>
                </c:pt>
                <c:pt idx="11">
                  <c:v>6.1710000000000003</c:v>
                </c:pt>
                <c:pt idx="12">
                  <c:v>6.6840000000000011</c:v>
                </c:pt>
                <c:pt idx="13">
                  <c:v>7.2150000000000007</c:v>
                </c:pt>
                <c:pt idx="14">
                  <c:v>7.7280000000000006</c:v>
                </c:pt>
                <c:pt idx="15">
                  <c:v>8.2650000000000006</c:v>
                </c:pt>
                <c:pt idx="16">
                  <c:v>8.8000000000000007</c:v>
                </c:pt>
                <c:pt idx="17">
                  <c:v>7.9729999999999999</c:v>
                </c:pt>
                <c:pt idx="18">
                  <c:v>3.8879999999999999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EF2D-434A-8801-2461963C0F8E}"/>
            </c:ext>
          </c:extLst>
        </c:ser>
        <c:ser>
          <c:idx val="11"/>
          <c:order val="11"/>
          <c:tx>
            <c:v>P-V curve, ṁ=0.06 kg/s</c:v>
          </c:tx>
          <c:spPr>
            <a:ln w="19050"/>
          </c:spPr>
          <c:xVal>
            <c:numRef>
              <c:f>'80% 0.35gpm (0.03kgs)'!$C$138:$C$158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18.995999999999999</c:v>
                </c:pt>
                <c:pt idx="20">
                  <c:v>19.184000000000001</c:v>
                </c:pt>
              </c:numCache>
            </c:numRef>
          </c:xVal>
          <c:yVal>
            <c:numRef>
              <c:f>'80% 0.35gpm (0.03kgs)'!$E$138:$E$158</c:f>
              <c:numCache>
                <c:formatCode>General</c:formatCode>
                <c:ptCount val="21"/>
                <c:pt idx="0">
                  <c:v>0</c:v>
                </c:pt>
                <c:pt idx="1">
                  <c:v>0.56433333333000002</c:v>
                </c:pt>
                <c:pt idx="2">
                  <c:v>1.12466666666</c:v>
                </c:pt>
                <c:pt idx="3">
                  <c:v>1.6839999999900002</c:v>
                </c:pt>
                <c:pt idx="4">
                  <c:v>2.2413333333200001</c:v>
                </c:pt>
                <c:pt idx="5">
                  <c:v>2.7916666666500003</c:v>
                </c:pt>
                <c:pt idx="6">
                  <c:v>3.3439999999800003</c:v>
                </c:pt>
                <c:pt idx="7">
                  <c:v>3.8943333333100001</c:v>
                </c:pt>
                <c:pt idx="8">
                  <c:v>4.4426666666400001</c:v>
                </c:pt>
                <c:pt idx="9">
                  <c:v>4.9889999999699999</c:v>
                </c:pt>
                <c:pt idx="10">
                  <c:v>5.5333333332999999</c:v>
                </c:pt>
                <c:pt idx="11">
                  <c:v>6.0536666666299999</c:v>
                </c:pt>
                <c:pt idx="12">
                  <c:v>6.5919999999600005</c:v>
                </c:pt>
                <c:pt idx="13">
                  <c:v>7.1023333332899998</c:v>
                </c:pt>
                <c:pt idx="14">
                  <c:v>7.62066666662</c:v>
                </c:pt>
                <c:pt idx="15">
                  <c:v>8.1199999999500001</c:v>
                </c:pt>
                <c:pt idx="16">
                  <c:v>8.6133333332799999</c:v>
                </c:pt>
                <c:pt idx="17">
                  <c:v>9.0666666666100006</c:v>
                </c:pt>
                <c:pt idx="18">
                  <c:v>8.6639999999399997</c:v>
                </c:pt>
                <c:pt idx="19">
                  <c:v>1.9629199999366798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C-EF2D-434A-8801-2461963C0F8E}"/>
            </c:ext>
          </c:extLst>
        </c:ser>
        <c:ser>
          <c:idx val="13"/>
          <c:order val="13"/>
          <c:tx>
            <c:v>P-V curve, ṁ=0.07 kg/s</c:v>
          </c:tx>
          <c:spPr>
            <a:ln w="19050"/>
          </c:spPr>
          <c:xVal>
            <c:numRef>
              <c:f>'80% 0.35gpm (0.03kgs)'!$C$160:$C$182</c:f>
              <c:numCache>
                <c:formatCode>General</c:formatCode>
                <c:ptCount val="2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17.411999999999999</c:v>
                </c:pt>
                <c:pt idx="19">
                  <c:v>17.8</c:v>
                </c:pt>
                <c:pt idx="20">
                  <c:v>18</c:v>
                </c:pt>
                <c:pt idx="21">
                  <c:v>18.995999999999999</c:v>
                </c:pt>
                <c:pt idx="22">
                  <c:v>19.510000000000002</c:v>
                </c:pt>
              </c:numCache>
            </c:numRef>
          </c:xVal>
          <c:yVal>
            <c:numRef>
              <c:f>'80% 0.35gpm (0.03kgs)'!$E$160:$E$182</c:f>
              <c:numCache>
                <c:formatCode>General</c:formatCode>
                <c:ptCount val="23"/>
                <c:pt idx="0">
                  <c:v>0</c:v>
                </c:pt>
                <c:pt idx="1">
                  <c:v>0.55897977996000003</c:v>
                </c:pt>
                <c:pt idx="2">
                  <c:v>1.1159595599200001</c:v>
                </c:pt>
                <c:pt idx="3">
                  <c:v>1.6709393398800001</c:v>
                </c:pt>
                <c:pt idx="4">
                  <c:v>2.2239191198400001</c:v>
                </c:pt>
                <c:pt idx="5">
                  <c:v>2.7748988998000002</c:v>
                </c:pt>
                <c:pt idx="6">
                  <c:v>3.32387867976</c:v>
                </c:pt>
                <c:pt idx="7">
                  <c:v>3.87085845972</c:v>
                </c:pt>
                <c:pt idx="8">
                  <c:v>4.4158382396800002</c:v>
                </c:pt>
                <c:pt idx="9">
                  <c:v>4.9588180196400007</c:v>
                </c:pt>
                <c:pt idx="10">
                  <c:v>5.4997977996000005</c:v>
                </c:pt>
                <c:pt idx="11">
                  <c:v>6.0387775795600005</c:v>
                </c:pt>
                <c:pt idx="12">
                  <c:v>6.5757573595200007</c:v>
                </c:pt>
                <c:pt idx="13">
                  <c:v>7.1107371394800003</c:v>
                </c:pt>
                <c:pt idx="14">
                  <c:v>7.6437169194400001</c:v>
                </c:pt>
                <c:pt idx="15">
                  <c:v>8.1746966994000001</c:v>
                </c:pt>
                <c:pt idx="16">
                  <c:v>8.6876764793600003</c:v>
                </c:pt>
                <c:pt idx="17">
                  <c:v>9.1796562593199997</c:v>
                </c:pt>
                <c:pt idx="18">
                  <c:v>9.3324799286635205</c:v>
                </c:pt>
                <c:pt idx="19">
                  <c:v>9.2734400832879995</c:v>
                </c:pt>
                <c:pt idx="20">
                  <c:v>9.0176360392799992</c:v>
                </c:pt>
                <c:pt idx="21">
                  <c:v>3.8558039001201596</c:v>
                </c:pt>
                <c:pt idx="22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D-EF2D-434A-8801-2461963C0F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7976575"/>
        <c:axId val="1106764127"/>
      </c:scatterChart>
      <c:valAx>
        <c:axId val="1113659791"/>
        <c:scaling>
          <c:orientation val="minMax"/>
          <c:max val="2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MY" sz="1800" dirty="0"/>
                  <a:t>Voltage</a:t>
                </a:r>
                <a:r>
                  <a:rPr lang="en-MY" sz="1800" baseline="0" dirty="0"/>
                  <a:t> (V)</a:t>
                </a:r>
                <a:endParaRPr lang="en-MY" sz="1800" dirty="0"/>
              </a:p>
            </c:rich>
          </c:tx>
          <c:layout>
            <c:manualLayout>
              <c:xMode val="edge"/>
              <c:yMode val="edge"/>
              <c:x val="0.448044761201984"/>
              <c:y val="0.95371579960860309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660751"/>
        <c:crosses val="autoZero"/>
        <c:crossBetween val="midCat"/>
      </c:valAx>
      <c:valAx>
        <c:axId val="1113660751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MY" sz="1800" dirty="0"/>
                  <a:t>Current</a:t>
                </a:r>
                <a:r>
                  <a:rPr lang="en-MY" sz="1800" baseline="0" dirty="0"/>
                  <a:t> (A)</a:t>
                </a:r>
                <a:endParaRPr lang="en-MY" sz="1800" dirty="0"/>
              </a:p>
            </c:rich>
          </c:tx>
          <c:layout>
            <c:manualLayout>
              <c:xMode val="edge"/>
              <c:yMode val="edge"/>
              <c:x val="5.0821075500009855E-3"/>
              <c:y val="0.37581104939250842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659791"/>
        <c:crosses val="autoZero"/>
        <c:crossBetween val="midCat"/>
      </c:valAx>
      <c:valAx>
        <c:axId val="1106764127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/>
                </a:pPr>
                <a:r>
                  <a:rPr lang="en-MY" sz="1800" dirty="0"/>
                  <a:t>Power</a:t>
                </a:r>
                <a:r>
                  <a:rPr lang="en-MY" sz="1800" baseline="0" dirty="0"/>
                  <a:t> (W)</a:t>
                </a:r>
                <a:endParaRPr lang="en-MY" sz="1800" dirty="0"/>
              </a:p>
            </c:rich>
          </c:tx>
          <c:layout>
            <c:manualLayout>
              <c:xMode val="edge"/>
              <c:yMode val="edge"/>
              <c:x val="0.95840294970324191"/>
              <c:y val="0.4008125121012760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1207976575"/>
        <c:crosses val="max"/>
        <c:crossBetween val="midCat"/>
      </c:valAx>
      <c:valAx>
        <c:axId val="12079765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6764127"/>
        <c:crosses val="autoZero"/>
        <c:crossBetween val="midCat"/>
      </c:valAx>
      <c:spPr>
        <a:ln w="38100">
          <a:solidFill>
            <a:sysClr val="windowText" lastClr="000000"/>
          </a:solidFill>
        </a:ln>
      </c:spPr>
    </c:plotArea>
    <c:legend>
      <c:legendPos val="r"/>
      <c:layout>
        <c:manualLayout>
          <c:xMode val="edge"/>
          <c:yMode val="edge"/>
          <c:x val="0.41903865428367809"/>
          <c:y val="0.60230352906146534"/>
          <c:w val="0.35482004387219374"/>
          <c:h val="0.29714732583662418"/>
        </c:manualLayout>
      </c:layout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  <c:extLst/>
  </c:chart>
  <c:spPr>
    <a:ln>
      <a:noFill/>
    </a:ln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1674331348157441E-2"/>
          <c:y val="1.7675998833479149E-2"/>
          <c:w val="0.86313944730083136"/>
          <c:h val="0.89098439778361038"/>
        </c:manualLayout>
      </c:layout>
      <c:scatterChart>
        <c:scatterStyle val="smoothMarker"/>
        <c:varyColors val="0"/>
        <c:ser>
          <c:idx val="1"/>
          <c:order val="0"/>
          <c:tx>
            <c:v>I-V curve, ṁ=0.01 kg/s</c:v>
          </c:tx>
          <c:spPr>
            <a:ln w="19050"/>
          </c:spPr>
          <c:xVal>
            <c:numRef>
              <c:f>'100% 0.75gpm (0.07kgs)'!$B$325:$B$344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15.997999999999999</c:v>
                </c:pt>
                <c:pt idx="17">
                  <c:v>17</c:v>
                </c:pt>
                <c:pt idx="18">
                  <c:v>17.997</c:v>
                </c:pt>
                <c:pt idx="19">
                  <c:v>18.065999999999999</c:v>
                </c:pt>
              </c:numCache>
            </c:numRef>
          </c:xVal>
          <c:yVal>
            <c:numRef>
              <c:f>'100% 0.75gpm (0.07kgs)'!$C$325:$C$344</c:f>
              <c:numCache>
                <c:formatCode>General</c:formatCode>
                <c:ptCount val="20"/>
                <c:pt idx="0">
                  <c:v>0.60499999999999998</c:v>
                </c:pt>
                <c:pt idx="1">
                  <c:v>0.60399999999999998</c:v>
                </c:pt>
                <c:pt idx="2">
                  <c:v>0.60299999999999998</c:v>
                </c:pt>
                <c:pt idx="3">
                  <c:v>0.6</c:v>
                </c:pt>
                <c:pt idx="4">
                  <c:v>0.59799999999999998</c:v>
                </c:pt>
                <c:pt idx="5">
                  <c:v>0.59699999999999998</c:v>
                </c:pt>
                <c:pt idx="6">
                  <c:v>0.59399999999999997</c:v>
                </c:pt>
                <c:pt idx="7">
                  <c:v>0.59</c:v>
                </c:pt>
                <c:pt idx="8">
                  <c:v>0.58499999999999996</c:v>
                </c:pt>
                <c:pt idx="9">
                  <c:v>0.57999999999999996</c:v>
                </c:pt>
                <c:pt idx="10">
                  <c:v>0.57599999999999996</c:v>
                </c:pt>
                <c:pt idx="11">
                  <c:v>0.57299999999999995</c:v>
                </c:pt>
                <c:pt idx="12">
                  <c:v>0.56799999999999995</c:v>
                </c:pt>
                <c:pt idx="13">
                  <c:v>0.56599999999999995</c:v>
                </c:pt>
                <c:pt idx="14">
                  <c:v>0.56100000000000005</c:v>
                </c:pt>
                <c:pt idx="15">
                  <c:v>0.55800000000000005</c:v>
                </c:pt>
                <c:pt idx="16">
                  <c:v>0.53</c:v>
                </c:pt>
                <c:pt idx="17">
                  <c:v>0.34599999999999997</c:v>
                </c:pt>
                <c:pt idx="18">
                  <c:v>2.5999999999999999E-2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E56-4D9A-A6B8-C48652BE16E9}"/>
            </c:ext>
          </c:extLst>
        </c:ser>
        <c:ser>
          <c:idx val="2"/>
          <c:order val="2"/>
          <c:tx>
            <c:v>I-V curve, ṁ=0.02 kg/s</c:v>
          </c:tx>
          <c:spPr>
            <a:ln w="12700"/>
          </c:spPr>
          <c:xVal>
            <c:numRef>
              <c:f>'100% 0.75gpm (0.07kgs)'!$B$346:$B$365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18.184999999999999</c:v>
                </c:pt>
              </c:numCache>
            </c:numRef>
          </c:xVal>
          <c:yVal>
            <c:numRef>
              <c:f>'100% 0.75gpm (0.07kgs)'!$C$346:$C$365</c:f>
              <c:numCache>
                <c:formatCode>General</c:formatCode>
                <c:ptCount val="20"/>
                <c:pt idx="0">
                  <c:v>0.60699999999999998</c:v>
                </c:pt>
                <c:pt idx="1">
                  <c:v>0.60599999999999998</c:v>
                </c:pt>
                <c:pt idx="2">
                  <c:v>0.60299999999999998</c:v>
                </c:pt>
                <c:pt idx="3">
                  <c:v>0.60199999999999998</c:v>
                </c:pt>
                <c:pt idx="4">
                  <c:v>0.60099999999999998</c:v>
                </c:pt>
                <c:pt idx="5">
                  <c:v>0.59899999999999998</c:v>
                </c:pt>
                <c:pt idx="6">
                  <c:v>0.59699999999999998</c:v>
                </c:pt>
                <c:pt idx="7">
                  <c:v>0.59499999999999997</c:v>
                </c:pt>
                <c:pt idx="8">
                  <c:v>0.59099999999999997</c:v>
                </c:pt>
                <c:pt idx="9">
                  <c:v>0.58699999999999997</c:v>
                </c:pt>
                <c:pt idx="10">
                  <c:v>0.58199999999999996</c:v>
                </c:pt>
                <c:pt idx="11">
                  <c:v>0.57799999999999996</c:v>
                </c:pt>
                <c:pt idx="12">
                  <c:v>0.57499999999999996</c:v>
                </c:pt>
                <c:pt idx="13">
                  <c:v>0.57200000000000006</c:v>
                </c:pt>
                <c:pt idx="14">
                  <c:v>0.57000000000000006</c:v>
                </c:pt>
                <c:pt idx="15">
                  <c:v>0.56600000000000006</c:v>
                </c:pt>
                <c:pt idx="16">
                  <c:v>0.55000000000000004</c:v>
                </c:pt>
                <c:pt idx="17">
                  <c:v>0.48099999999999998</c:v>
                </c:pt>
                <c:pt idx="18">
                  <c:v>8.1000000000000003E-2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E56-4D9A-A6B8-C48652BE16E9}"/>
            </c:ext>
          </c:extLst>
        </c:ser>
        <c:ser>
          <c:idx val="4"/>
          <c:order val="4"/>
          <c:tx>
            <c:v>I-V curve, ṁ=0.03 kg/s</c:v>
          </c:tx>
          <c:spPr>
            <a:ln w="15875"/>
          </c:spPr>
          <c:xVal>
            <c:numRef>
              <c:f>'100% 0.75gpm (0.07kgs)'!$B$367:$B$386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16.997</c:v>
                </c:pt>
                <c:pt idx="18">
                  <c:v>17.5</c:v>
                </c:pt>
                <c:pt idx="19">
                  <c:v>17.8</c:v>
                </c:pt>
              </c:numCache>
            </c:numRef>
          </c:xVal>
          <c:yVal>
            <c:numRef>
              <c:f>'100% 0.75gpm (0.07kgs)'!$C$367:$C$386</c:f>
              <c:numCache>
                <c:formatCode>General</c:formatCode>
                <c:ptCount val="20"/>
                <c:pt idx="0">
                  <c:v>0.63</c:v>
                </c:pt>
                <c:pt idx="1">
                  <c:v>0.62266666666999992</c:v>
                </c:pt>
                <c:pt idx="2">
                  <c:v>0.62066666666999992</c:v>
                </c:pt>
                <c:pt idx="3">
                  <c:v>0.61866666666999992</c:v>
                </c:pt>
                <c:pt idx="4">
                  <c:v>0.61766666666999992</c:v>
                </c:pt>
                <c:pt idx="5">
                  <c:v>0.61566666666999992</c:v>
                </c:pt>
                <c:pt idx="6">
                  <c:v>0.61266666666999992</c:v>
                </c:pt>
                <c:pt idx="7">
                  <c:v>0.61066666666999991</c:v>
                </c:pt>
                <c:pt idx="8">
                  <c:v>0.60566666666999991</c:v>
                </c:pt>
                <c:pt idx="9">
                  <c:v>0.6006666666699999</c:v>
                </c:pt>
                <c:pt idx="10">
                  <c:v>0.5966666666699999</c:v>
                </c:pt>
                <c:pt idx="11">
                  <c:v>0.5926666666699999</c:v>
                </c:pt>
                <c:pt idx="12">
                  <c:v>0.58966666666999989</c:v>
                </c:pt>
                <c:pt idx="13">
                  <c:v>0.58566666666999989</c:v>
                </c:pt>
                <c:pt idx="14">
                  <c:v>0.58266666667</c:v>
                </c:pt>
                <c:pt idx="15">
                  <c:v>0.57966666667</c:v>
                </c:pt>
                <c:pt idx="16">
                  <c:v>0.56666666666999999</c:v>
                </c:pt>
                <c:pt idx="17">
                  <c:v>0.48366666667000002</c:v>
                </c:pt>
                <c:pt idx="18">
                  <c:v>0.20466666667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E56-4D9A-A6B8-C48652BE16E9}"/>
            </c:ext>
          </c:extLst>
        </c:ser>
        <c:ser>
          <c:idx val="6"/>
          <c:order val="6"/>
          <c:tx>
            <c:v>I-V curve, ṁ=0.04 kg/s</c:v>
          </c:tx>
          <c:spPr>
            <a:ln w="15875"/>
          </c:spPr>
          <c:xVal>
            <c:numRef>
              <c:f>'100% 0.75gpm (0.07kgs)'!$B$388:$B$407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16.997</c:v>
                </c:pt>
                <c:pt idx="18">
                  <c:v>17.997</c:v>
                </c:pt>
                <c:pt idx="19">
                  <c:v>18.254000000000001</c:v>
                </c:pt>
              </c:numCache>
            </c:numRef>
          </c:xVal>
          <c:yVal>
            <c:numRef>
              <c:f>'100% 0.75gpm (0.07kgs)'!$C$388:$C$407</c:f>
              <c:numCache>
                <c:formatCode>General</c:formatCode>
                <c:ptCount val="20"/>
                <c:pt idx="0">
                  <c:v>0.63800000000000001</c:v>
                </c:pt>
                <c:pt idx="1">
                  <c:v>0.63733333332999997</c:v>
                </c:pt>
                <c:pt idx="2">
                  <c:v>0.63633333332999997</c:v>
                </c:pt>
                <c:pt idx="3">
                  <c:v>0.63533333332999997</c:v>
                </c:pt>
                <c:pt idx="4">
                  <c:v>0.63333333332999997</c:v>
                </c:pt>
                <c:pt idx="5">
                  <c:v>0.63233333332999997</c:v>
                </c:pt>
                <c:pt idx="6">
                  <c:v>0.63033333332999997</c:v>
                </c:pt>
                <c:pt idx="7">
                  <c:v>0.62533333332999996</c:v>
                </c:pt>
                <c:pt idx="8">
                  <c:v>0.62133333332999996</c:v>
                </c:pt>
                <c:pt idx="9">
                  <c:v>0.61733333332999996</c:v>
                </c:pt>
                <c:pt idx="10">
                  <c:v>0.61333333332999995</c:v>
                </c:pt>
                <c:pt idx="11">
                  <c:v>0.60933333332999995</c:v>
                </c:pt>
                <c:pt idx="12">
                  <c:v>0.60533333332999995</c:v>
                </c:pt>
                <c:pt idx="13">
                  <c:v>0.60133333332999994</c:v>
                </c:pt>
                <c:pt idx="14">
                  <c:v>0.59833333333000005</c:v>
                </c:pt>
                <c:pt idx="15">
                  <c:v>0.59533333333000005</c:v>
                </c:pt>
                <c:pt idx="16">
                  <c:v>0.58333333333000004</c:v>
                </c:pt>
                <c:pt idx="17">
                  <c:v>0.53833333333</c:v>
                </c:pt>
                <c:pt idx="18">
                  <c:v>0.13533333333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7E56-4D9A-A6B8-C48652BE16E9}"/>
            </c:ext>
          </c:extLst>
        </c:ser>
        <c:ser>
          <c:idx val="8"/>
          <c:order val="8"/>
          <c:tx>
            <c:v>I-V curve, ṁ=0.05 kg/s</c:v>
          </c:tx>
          <c:spPr>
            <a:ln w="19050"/>
          </c:spPr>
          <c:xVal>
            <c:numRef>
              <c:f>'100% 0.75gpm (0.07kgs)'!$B$409:$B$428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18.495999999999999</c:v>
                </c:pt>
              </c:numCache>
            </c:numRef>
          </c:xVal>
          <c:yVal>
            <c:numRef>
              <c:f>'100% 0.75gpm (0.07kgs)'!$C$409:$C$428</c:f>
              <c:numCache>
                <c:formatCode>General</c:formatCode>
                <c:ptCount val="20"/>
                <c:pt idx="0">
                  <c:v>0.65300000000000002</c:v>
                </c:pt>
                <c:pt idx="1">
                  <c:v>0.65200000000000002</c:v>
                </c:pt>
                <c:pt idx="2">
                  <c:v>0.65100000000000002</c:v>
                </c:pt>
                <c:pt idx="3">
                  <c:v>0.65</c:v>
                </c:pt>
                <c:pt idx="4">
                  <c:v>0.64900000000000002</c:v>
                </c:pt>
                <c:pt idx="5">
                  <c:v>0.64800000000000002</c:v>
                </c:pt>
                <c:pt idx="6">
                  <c:v>0.64700000000000002</c:v>
                </c:pt>
                <c:pt idx="7">
                  <c:v>0.64400000000000002</c:v>
                </c:pt>
                <c:pt idx="8">
                  <c:v>0.64</c:v>
                </c:pt>
                <c:pt idx="9">
                  <c:v>0.63900000000000001</c:v>
                </c:pt>
                <c:pt idx="10">
                  <c:v>0.63700000000000001</c:v>
                </c:pt>
                <c:pt idx="11">
                  <c:v>0.63100000000000001</c:v>
                </c:pt>
                <c:pt idx="12">
                  <c:v>0.628</c:v>
                </c:pt>
                <c:pt idx="13">
                  <c:v>0.627</c:v>
                </c:pt>
                <c:pt idx="14">
                  <c:v>0.625</c:v>
                </c:pt>
                <c:pt idx="15">
                  <c:v>0.62</c:v>
                </c:pt>
                <c:pt idx="16">
                  <c:v>0.60000000000000009</c:v>
                </c:pt>
                <c:pt idx="17">
                  <c:v>0.51400000000000001</c:v>
                </c:pt>
                <c:pt idx="18">
                  <c:v>0.33299999999999996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7E56-4D9A-A6B8-C48652BE16E9}"/>
            </c:ext>
          </c:extLst>
        </c:ser>
        <c:ser>
          <c:idx val="10"/>
          <c:order val="10"/>
          <c:tx>
            <c:v>I-V curve, ṁ=0.06 kg/s</c:v>
          </c:tx>
          <c:spPr>
            <a:ln w="19050"/>
          </c:spPr>
          <c:xVal>
            <c:numRef>
              <c:f>'100% 0.75gpm (0.07kgs)'!$B$430:$B$449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18.486000000000001</c:v>
                </c:pt>
              </c:numCache>
            </c:numRef>
          </c:xVal>
          <c:yVal>
            <c:numRef>
              <c:f>'100% 0.75gpm (0.07kgs)'!$C$430:$C$449</c:f>
              <c:numCache>
                <c:formatCode>General</c:formatCode>
                <c:ptCount val="20"/>
                <c:pt idx="0">
                  <c:v>0.66</c:v>
                </c:pt>
                <c:pt idx="1">
                  <c:v>0.66</c:v>
                </c:pt>
                <c:pt idx="2">
                  <c:v>0.65800000000000003</c:v>
                </c:pt>
                <c:pt idx="3">
                  <c:v>0.65500000000000003</c:v>
                </c:pt>
                <c:pt idx="4">
                  <c:v>0.65</c:v>
                </c:pt>
                <c:pt idx="5">
                  <c:v>0.64966666666999995</c:v>
                </c:pt>
                <c:pt idx="6">
                  <c:v>0.64866666666999995</c:v>
                </c:pt>
                <c:pt idx="7">
                  <c:v>0.64766666666999995</c:v>
                </c:pt>
                <c:pt idx="8">
                  <c:v>0.64566666666999994</c:v>
                </c:pt>
                <c:pt idx="9">
                  <c:v>0.64366666666999994</c:v>
                </c:pt>
                <c:pt idx="10">
                  <c:v>0.64066666666999994</c:v>
                </c:pt>
                <c:pt idx="11">
                  <c:v>0.63866666666999994</c:v>
                </c:pt>
                <c:pt idx="12">
                  <c:v>0.63666666666999994</c:v>
                </c:pt>
                <c:pt idx="13">
                  <c:v>0.63366666666999993</c:v>
                </c:pt>
                <c:pt idx="14">
                  <c:v>0.62966666666999993</c:v>
                </c:pt>
                <c:pt idx="15">
                  <c:v>0.62866666666999993</c:v>
                </c:pt>
                <c:pt idx="16">
                  <c:v>0.61666666667000003</c:v>
                </c:pt>
                <c:pt idx="17">
                  <c:v>0.51666666667000005</c:v>
                </c:pt>
                <c:pt idx="18">
                  <c:v>0.23866666667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7E56-4D9A-A6B8-C48652BE16E9}"/>
            </c:ext>
          </c:extLst>
        </c:ser>
        <c:ser>
          <c:idx val="12"/>
          <c:order val="12"/>
          <c:tx>
            <c:v>I-V curve, ṁ=0.07 kg/s</c:v>
          </c:tx>
          <c:spPr>
            <a:ln w="19050"/>
          </c:spPr>
          <c:xVal>
            <c:numRef>
              <c:f>'100% 0.75gpm (0.07kgs)'!$B$451:$B$471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18.995999999999999</c:v>
                </c:pt>
                <c:pt idx="20">
                  <c:v>19.04</c:v>
                </c:pt>
              </c:numCache>
            </c:numRef>
          </c:xVal>
          <c:yVal>
            <c:numRef>
              <c:f>'100% 0.75gpm (0.07kgs)'!$C$451:$C$471</c:f>
              <c:numCache>
                <c:formatCode>General</c:formatCode>
                <c:ptCount val="21"/>
                <c:pt idx="0">
                  <c:v>0.63600000000000001</c:v>
                </c:pt>
                <c:pt idx="1">
                  <c:v>0.63523948073000003</c:v>
                </c:pt>
                <c:pt idx="2">
                  <c:v>0.63023948073000002</c:v>
                </c:pt>
                <c:pt idx="3">
                  <c:v>0.62923948073000002</c:v>
                </c:pt>
                <c:pt idx="4">
                  <c:v>0.62823948073000002</c:v>
                </c:pt>
                <c:pt idx="5">
                  <c:v>0.62723948073000002</c:v>
                </c:pt>
                <c:pt idx="6">
                  <c:v>0.62523948073000002</c:v>
                </c:pt>
                <c:pt idx="7">
                  <c:v>0.62423948073000002</c:v>
                </c:pt>
                <c:pt idx="8">
                  <c:v>0.62323948073000002</c:v>
                </c:pt>
                <c:pt idx="9">
                  <c:v>0.62223948073000002</c:v>
                </c:pt>
                <c:pt idx="10">
                  <c:v>0.62123948073000002</c:v>
                </c:pt>
                <c:pt idx="11">
                  <c:v>0.61923948073000001</c:v>
                </c:pt>
                <c:pt idx="12">
                  <c:v>0.61823948073000001</c:v>
                </c:pt>
                <c:pt idx="13">
                  <c:v>0.61523948073000001</c:v>
                </c:pt>
                <c:pt idx="14">
                  <c:v>0.61123948073000001</c:v>
                </c:pt>
                <c:pt idx="15">
                  <c:v>0.60923948073</c:v>
                </c:pt>
                <c:pt idx="16">
                  <c:v>0.60823948073</c:v>
                </c:pt>
                <c:pt idx="17">
                  <c:v>0.5882394807300001</c:v>
                </c:pt>
                <c:pt idx="18">
                  <c:v>0.39123948072999998</c:v>
                </c:pt>
                <c:pt idx="19">
                  <c:v>6.0239480730000003E-2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7E56-4D9A-A6B8-C48652BE16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7437600"/>
        <c:axId val="997448160"/>
      </c:scatterChart>
      <c:scatterChart>
        <c:scatterStyle val="smoothMarker"/>
        <c:varyColors val="0"/>
        <c:ser>
          <c:idx val="0"/>
          <c:order val="1"/>
          <c:tx>
            <c:v>P-V curve, ṁ=0.01 kg/s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'100% 0.75gpm (0.07kgs)'!$B$325:$B$344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15.997999999999999</c:v>
                </c:pt>
                <c:pt idx="17">
                  <c:v>17</c:v>
                </c:pt>
                <c:pt idx="18">
                  <c:v>17.997</c:v>
                </c:pt>
                <c:pt idx="19">
                  <c:v>18.065999999999999</c:v>
                </c:pt>
              </c:numCache>
            </c:numRef>
          </c:xVal>
          <c:yVal>
            <c:numRef>
              <c:f>'100% 0.75gpm (0.07kgs)'!$D$325:$D$344</c:f>
              <c:numCache>
                <c:formatCode>General</c:formatCode>
                <c:ptCount val="20"/>
                <c:pt idx="0">
                  <c:v>0</c:v>
                </c:pt>
                <c:pt idx="1">
                  <c:v>0.60399999999999998</c:v>
                </c:pt>
                <c:pt idx="2">
                  <c:v>1.206</c:v>
                </c:pt>
                <c:pt idx="3">
                  <c:v>1.7999999999999998</c:v>
                </c:pt>
                <c:pt idx="4">
                  <c:v>2.3919999999999999</c:v>
                </c:pt>
                <c:pt idx="5">
                  <c:v>2.9849999999999999</c:v>
                </c:pt>
                <c:pt idx="6">
                  <c:v>3.5640000000000001</c:v>
                </c:pt>
                <c:pt idx="7">
                  <c:v>4.13</c:v>
                </c:pt>
                <c:pt idx="8">
                  <c:v>4.68</c:v>
                </c:pt>
                <c:pt idx="9">
                  <c:v>5.22</c:v>
                </c:pt>
                <c:pt idx="10">
                  <c:v>5.76</c:v>
                </c:pt>
                <c:pt idx="11">
                  <c:v>6.302999999999999</c:v>
                </c:pt>
                <c:pt idx="12">
                  <c:v>6.8159999999999989</c:v>
                </c:pt>
                <c:pt idx="13">
                  <c:v>7.3579999999999997</c:v>
                </c:pt>
                <c:pt idx="14">
                  <c:v>7.854000000000001</c:v>
                </c:pt>
                <c:pt idx="15">
                  <c:v>8.370000000000001</c:v>
                </c:pt>
                <c:pt idx="16">
                  <c:v>8.4789399999999997</c:v>
                </c:pt>
                <c:pt idx="17">
                  <c:v>5.8819999999999997</c:v>
                </c:pt>
                <c:pt idx="18">
                  <c:v>0.46792199999999995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7E56-4D9A-A6B8-C48652BE16E9}"/>
            </c:ext>
          </c:extLst>
        </c:ser>
        <c:ser>
          <c:idx val="3"/>
          <c:order val="3"/>
          <c:tx>
            <c:v>P-V curve, ṁ=0.02 kg/s</c:v>
          </c:tx>
          <c:spPr>
            <a:ln w="19050"/>
          </c:spPr>
          <c:xVal>
            <c:numRef>
              <c:f>'100% 0.75gpm (0.07kgs)'!$B$346:$B$365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18.184999999999999</c:v>
                </c:pt>
              </c:numCache>
            </c:numRef>
          </c:xVal>
          <c:yVal>
            <c:numRef>
              <c:f>'100% 0.75gpm (0.07kgs)'!$D$346:$D$365</c:f>
              <c:numCache>
                <c:formatCode>General</c:formatCode>
                <c:ptCount val="20"/>
                <c:pt idx="0">
                  <c:v>0</c:v>
                </c:pt>
                <c:pt idx="1">
                  <c:v>0.60599999999999998</c:v>
                </c:pt>
                <c:pt idx="2">
                  <c:v>1.206</c:v>
                </c:pt>
                <c:pt idx="3">
                  <c:v>1.806</c:v>
                </c:pt>
                <c:pt idx="4">
                  <c:v>2.4039999999999999</c:v>
                </c:pt>
                <c:pt idx="5">
                  <c:v>2.9950000000000001</c:v>
                </c:pt>
                <c:pt idx="6">
                  <c:v>3.5819999999999999</c:v>
                </c:pt>
                <c:pt idx="7">
                  <c:v>4.165</c:v>
                </c:pt>
                <c:pt idx="8">
                  <c:v>4.7279999999999998</c:v>
                </c:pt>
                <c:pt idx="9">
                  <c:v>5.2829999999999995</c:v>
                </c:pt>
                <c:pt idx="10">
                  <c:v>5.8199999999999994</c:v>
                </c:pt>
                <c:pt idx="11">
                  <c:v>6.3579999999999997</c:v>
                </c:pt>
                <c:pt idx="12">
                  <c:v>6.8999999999999995</c:v>
                </c:pt>
                <c:pt idx="13">
                  <c:v>7.4360000000000008</c:v>
                </c:pt>
                <c:pt idx="14">
                  <c:v>7.98</c:v>
                </c:pt>
                <c:pt idx="15">
                  <c:v>8.49</c:v>
                </c:pt>
                <c:pt idx="16">
                  <c:v>8.8000000000000007</c:v>
                </c:pt>
                <c:pt idx="17">
                  <c:v>8.1769999999999996</c:v>
                </c:pt>
                <c:pt idx="18">
                  <c:v>1.457757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7E56-4D9A-A6B8-C48652BE16E9}"/>
            </c:ext>
          </c:extLst>
        </c:ser>
        <c:ser>
          <c:idx val="5"/>
          <c:order val="5"/>
          <c:tx>
            <c:v>P-V curve, ṁ=0.03 kg/s</c:v>
          </c:tx>
          <c:spPr>
            <a:ln w="19050"/>
          </c:spPr>
          <c:xVal>
            <c:numRef>
              <c:f>'100% 0.75gpm (0.07kgs)'!$B$367:$B$386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16.997</c:v>
                </c:pt>
                <c:pt idx="18">
                  <c:v>17.5</c:v>
                </c:pt>
                <c:pt idx="19">
                  <c:v>17.8</c:v>
                </c:pt>
              </c:numCache>
            </c:numRef>
          </c:xVal>
          <c:yVal>
            <c:numRef>
              <c:f>'100% 0.75gpm (0.07kgs)'!$D$367:$D$386</c:f>
              <c:numCache>
                <c:formatCode>General</c:formatCode>
                <c:ptCount val="20"/>
                <c:pt idx="0">
                  <c:v>0</c:v>
                </c:pt>
                <c:pt idx="1">
                  <c:v>0.62266666666999992</c:v>
                </c:pt>
                <c:pt idx="2">
                  <c:v>1.2413333333399998</c:v>
                </c:pt>
                <c:pt idx="3">
                  <c:v>1.8560000000099999</c:v>
                </c:pt>
                <c:pt idx="4">
                  <c:v>2.4706666666799997</c:v>
                </c:pt>
                <c:pt idx="5">
                  <c:v>3.0783333333499998</c:v>
                </c:pt>
                <c:pt idx="6">
                  <c:v>3.6760000000199993</c:v>
                </c:pt>
                <c:pt idx="7">
                  <c:v>4.2746666666899991</c:v>
                </c:pt>
                <c:pt idx="8">
                  <c:v>4.8453333333599993</c:v>
                </c:pt>
                <c:pt idx="9">
                  <c:v>5.4060000000299988</c:v>
                </c:pt>
                <c:pt idx="10">
                  <c:v>5.9666666666999992</c:v>
                </c:pt>
                <c:pt idx="11">
                  <c:v>6.5193333333699988</c:v>
                </c:pt>
                <c:pt idx="12">
                  <c:v>7.0760000000399987</c:v>
                </c:pt>
                <c:pt idx="13">
                  <c:v>7.6136666667099986</c:v>
                </c:pt>
                <c:pt idx="14">
                  <c:v>8.1573333333800004</c:v>
                </c:pt>
                <c:pt idx="15">
                  <c:v>8.6950000000499994</c:v>
                </c:pt>
                <c:pt idx="16">
                  <c:v>9.0666666667199998</c:v>
                </c:pt>
                <c:pt idx="17">
                  <c:v>8.2208823333899907</c:v>
                </c:pt>
                <c:pt idx="18">
                  <c:v>3.5816666667249999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7E56-4D9A-A6B8-C48652BE16E9}"/>
            </c:ext>
          </c:extLst>
        </c:ser>
        <c:ser>
          <c:idx val="7"/>
          <c:order val="7"/>
          <c:tx>
            <c:v>P-V curve, ṁ=0.04 kg/s</c:v>
          </c:tx>
          <c:spPr>
            <a:ln w="19050"/>
          </c:spPr>
          <c:xVal>
            <c:numRef>
              <c:f>'100% 0.75gpm (0.07kgs)'!$B$388:$B$407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16.997</c:v>
                </c:pt>
                <c:pt idx="18">
                  <c:v>17.997</c:v>
                </c:pt>
                <c:pt idx="19">
                  <c:v>18.254000000000001</c:v>
                </c:pt>
              </c:numCache>
            </c:numRef>
          </c:xVal>
          <c:yVal>
            <c:numRef>
              <c:f>'100% 0.75gpm (0.07kgs)'!$D$388:$D$407</c:f>
              <c:numCache>
                <c:formatCode>General</c:formatCode>
                <c:ptCount val="20"/>
                <c:pt idx="0">
                  <c:v>0</c:v>
                </c:pt>
                <c:pt idx="1">
                  <c:v>0.63733333332999997</c:v>
                </c:pt>
                <c:pt idx="2">
                  <c:v>1.2726666666599999</c:v>
                </c:pt>
                <c:pt idx="3">
                  <c:v>1.9059999999899999</c:v>
                </c:pt>
                <c:pt idx="4">
                  <c:v>2.5333333333199999</c:v>
                </c:pt>
                <c:pt idx="5">
                  <c:v>3.16166666665</c:v>
                </c:pt>
                <c:pt idx="6">
                  <c:v>3.78199999998</c:v>
                </c:pt>
                <c:pt idx="7">
                  <c:v>4.3773333333100002</c:v>
                </c:pt>
                <c:pt idx="8">
                  <c:v>4.9706666666399997</c:v>
                </c:pt>
                <c:pt idx="9">
                  <c:v>5.55599999997</c:v>
                </c:pt>
                <c:pt idx="10">
                  <c:v>6.1333333332999995</c:v>
                </c:pt>
                <c:pt idx="11">
                  <c:v>6.7026666666299999</c:v>
                </c:pt>
                <c:pt idx="12">
                  <c:v>7.2639999999599993</c:v>
                </c:pt>
                <c:pt idx="13">
                  <c:v>7.8173333332899997</c:v>
                </c:pt>
                <c:pt idx="14">
                  <c:v>8.3766666666200003</c:v>
                </c:pt>
                <c:pt idx="15">
                  <c:v>8.9299999999500006</c:v>
                </c:pt>
                <c:pt idx="16">
                  <c:v>9.3333333332800006</c:v>
                </c:pt>
                <c:pt idx="17">
                  <c:v>9.1500516666100093</c:v>
                </c:pt>
                <c:pt idx="18">
                  <c:v>2.4355939999400098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7E56-4D9A-A6B8-C48652BE16E9}"/>
            </c:ext>
          </c:extLst>
        </c:ser>
        <c:ser>
          <c:idx val="9"/>
          <c:order val="9"/>
          <c:tx>
            <c:v>P-V curve, ṁ=0.05 kg/s</c:v>
          </c:tx>
          <c:spPr>
            <a:ln w="19050"/>
          </c:spPr>
          <c:xVal>
            <c:numRef>
              <c:f>'100% 0.75gpm (0.07kgs)'!$B$409:$B$428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18.495999999999999</c:v>
                </c:pt>
              </c:numCache>
            </c:numRef>
          </c:xVal>
          <c:yVal>
            <c:numRef>
              <c:f>'100% 0.75gpm (0.07kgs)'!$D$409:$D$428</c:f>
              <c:numCache>
                <c:formatCode>General</c:formatCode>
                <c:ptCount val="20"/>
                <c:pt idx="0">
                  <c:v>0</c:v>
                </c:pt>
                <c:pt idx="1">
                  <c:v>0.65200000000000002</c:v>
                </c:pt>
                <c:pt idx="2">
                  <c:v>1.302</c:v>
                </c:pt>
                <c:pt idx="3">
                  <c:v>1.9500000000000002</c:v>
                </c:pt>
                <c:pt idx="4">
                  <c:v>2.5960000000000001</c:v>
                </c:pt>
                <c:pt idx="5">
                  <c:v>3.24</c:v>
                </c:pt>
                <c:pt idx="6">
                  <c:v>3.8820000000000001</c:v>
                </c:pt>
                <c:pt idx="7">
                  <c:v>4.508</c:v>
                </c:pt>
                <c:pt idx="8">
                  <c:v>5.12</c:v>
                </c:pt>
                <c:pt idx="9">
                  <c:v>5.7510000000000003</c:v>
                </c:pt>
                <c:pt idx="10">
                  <c:v>6.37</c:v>
                </c:pt>
                <c:pt idx="11">
                  <c:v>6.9409999999999998</c:v>
                </c:pt>
                <c:pt idx="12">
                  <c:v>7.5359999999999996</c:v>
                </c:pt>
                <c:pt idx="13">
                  <c:v>8.1509999999999998</c:v>
                </c:pt>
                <c:pt idx="14">
                  <c:v>8.75</c:v>
                </c:pt>
                <c:pt idx="15">
                  <c:v>9.3000000000000007</c:v>
                </c:pt>
                <c:pt idx="16">
                  <c:v>9.6000000000000014</c:v>
                </c:pt>
                <c:pt idx="17">
                  <c:v>8.7379999999999995</c:v>
                </c:pt>
                <c:pt idx="18">
                  <c:v>5.9930009999999996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7E56-4D9A-A6B8-C48652BE16E9}"/>
            </c:ext>
          </c:extLst>
        </c:ser>
        <c:ser>
          <c:idx val="11"/>
          <c:order val="11"/>
          <c:tx>
            <c:v>P-V curve, ṁ=0.06 kg/s</c:v>
          </c:tx>
          <c:spPr>
            <a:ln w="19050"/>
          </c:spPr>
          <c:xVal>
            <c:numRef>
              <c:f>'100% 0.75gpm (0.07kgs)'!$B$430:$B$449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18.486000000000001</c:v>
                </c:pt>
              </c:numCache>
            </c:numRef>
          </c:xVal>
          <c:yVal>
            <c:numRef>
              <c:f>'100% 0.75gpm (0.07kgs)'!$D$430:$D$449</c:f>
              <c:numCache>
                <c:formatCode>General</c:formatCode>
                <c:ptCount val="20"/>
                <c:pt idx="0">
                  <c:v>0</c:v>
                </c:pt>
                <c:pt idx="1">
                  <c:v>0.66</c:v>
                </c:pt>
                <c:pt idx="2">
                  <c:v>1.3160000000000001</c:v>
                </c:pt>
                <c:pt idx="3">
                  <c:v>1.9650000000000001</c:v>
                </c:pt>
                <c:pt idx="4">
                  <c:v>2.6</c:v>
                </c:pt>
                <c:pt idx="5">
                  <c:v>3.2483333333499997</c:v>
                </c:pt>
                <c:pt idx="6">
                  <c:v>3.8920000000199995</c:v>
                </c:pt>
                <c:pt idx="7">
                  <c:v>4.5336666666899994</c:v>
                </c:pt>
                <c:pt idx="8">
                  <c:v>5.1653333333599996</c:v>
                </c:pt>
                <c:pt idx="9">
                  <c:v>5.7930000000299993</c:v>
                </c:pt>
                <c:pt idx="10">
                  <c:v>6.4066666666999996</c:v>
                </c:pt>
                <c:pt idx="11">
                  <c:v>7.025333333369999</c:v>
                </c:pt>
                <c:pt idx="12">
                  <c:v>7.6400000000399988</c:v>
                </c:pt>
                <c:pt idx="13">
                  <c:v>8.2376666667099983</c:v>
                </c:pt>
                <c:pt idx="14">
                  <c:v>8.8153333333799999</c:v>
                </c:pt>
                <c:pt idx="15">
                  <c:v>9.4300000000499988</c:v>
                </c:pt>
                <c:pt idx="16">
                  <c:v>9.8666666667200005</c:v>
                </c:pt>
                <c:pt idx="17">
                  <c:v>8.7833333333900008</c:v>
                </c:pt>
                <c:pt idx="18">
                  <c:v>4.2952840000599899</c:v>
                </c:pt>
                <c:pt idx="1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C-7E56-4D9A-A6B8-C48652BE16E9}"/>
            </c:ext>
          </c:extLst>
        </c:ser>
        <c:ser>
          <c:idx val="13"/>
          <c:order val="13"/>
          <c:tx>
            <c:v>P-V curve, ṁ=0.07 kg/s</c:v>
          </c:tx>
          <c:spPr>
            <a:ln w="3175"/>
          </c:spPr>
          <c:xVal>
            <c:numRef>
              <c:f>'100% 0.75gpm (0.07kgs)'!$B$451:$B$471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17.997</c:v>
                </c:pt>
                <c:pt idx="19">
                  <c:v>18.995999999999999</c:v>
                </c:pt>
                <c:pt idx="20">
                  <c:v>19.04</c:v>
                </c:pt>
              </c:numCache>
            </c:numRef>
          </c:xVal>
          <c:yVal>
            <c:numRef>
              <c:f>'100% 0.75gpm (0.07kgs)'!$D$451:$D$471</c:f>
              <c:numCache>
                <c:formatCode>General</c:formatCode>
                <c:ptCount val="21"/>
                <c:pt idx="0">
                  <c:v>0</c:v>
                </c:pt>
                <c:pt idx="1">
                  <c:v>0.63523948073000003</c:v>
                </c:pt>
                <c:pt idx="2">
                  <c:v>1.26047896146</c:v>
                </c:pt>
                <c:pt idx="3">
                  <c:v>1.8877184421900002</c:v>
                </c:pt>
                <c:pt idx="4">
                  <c:v>2.5129579229200001</c:v>
                </c:pt>
                <c:pt idx="5">
                  <c:v>3.1361974036500002</c:v>
                </c:pt>
                <c:pt idx="6">
                  <c:v>3.7514368843800003</c:v>
                </c:pt>
                <c:pt idx="7">
                  <c:v>4.3696763651100001</c:v>
                </c:pt>
                <c:pt idx="8">
                  <c:v>4.9859158458400001</c:v>
                </c:pt>
                <c:pt idx="9">
                  <c:v>5.6001553265700004</c:v>
                </c:pt>
                <c:pt idx="10">
                  <c:v>6.2123948072999999</c:v>
                </c:pt>
                <c:pt idx="11">
                  <c:v>6.8116342880300005</c:v>
                </c:pt>
                <c:pt idx="12">
                  <c:v>7.4188737687600002</c:v>
                </c:pt>
                <c:pt idx="13">
                  <c:v>7.9981132494900002</c:v>
                </c:pt>
                <c:pt idx="14">
                  <c:v>8.5573527302199999</c:v>
                </c:pt>
                <c:pt idx="15">
                  <c:v>9.1385922109499997</c:v>
                </c:pt>
                <c:pt idx="16">
                  <c:v>9.7318316916800001</c:v>
                </c:pt>
                <c:pt idx="17">
                  <c:v>10.000071172410001</c:v>
                </c:pt>
                <c:pt idx="18">
                  <c:v>7.0411369346978097</c:v>
                </c:pt>
                <c:pt idx="19">
                  <c:v>1.14430917594708</c:v>
                </c:pt>
                <c:pt idx="2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D-7E56-4D9A-A6B8-C48652BE16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561215"/>
        <c:axId val="1111566015"/>
      </c:scatterChart>
      <c:valAx>
        <c:axId val="997437600"/>
        <c:scaling>
          <c:orientation val="minMax"/>
          <c:max val="2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MY" sz="1800" dirty="0"/>
                  <a:t>Voltage</a:t>
                </a:r>
                <a:r>
                  <a:rPr lang="en-MY" sz="1800" baseline="0" dirty="0"/>
                  <a:t> (V)</a:t>
                </a:r>
                <a:endParaRPr lang="en-MY" sz="1800" dirty="0"/>
              </a:p>
            </c:rich>
          </c:tx>
          <c:layout>
            <c:manualLayout>
              <c:xMode val="edge"/>
              <c:yMode val="edge"/>
              <c:x val="0.45050137777133209"/>
              <c:y val="0.94264814814814812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7448160"/>
        <c:crosses val="autoZero"/>
        <c:crossBetween val="midCat"/>
      </c:valAx>
      <c:valAx>
        <c:axId val="997448160"/>
        <c:scaling>
          <c:orientation val="minMax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MY" sz="1800" dirty="0"/>
                  <a:t>Current</a:t>
                </a:r>
                <a:r>
                  <a:rPr lang="en-MY" sz="1800" baseline="0" dirty="0"/>
                  <a:t> (A)</a:t>
                </a:r>
                <a:endParaRPr lang="en-MY" sz="1800" dirty="0"/>
              </a:p>
            </c:rich>
          </c:tx>
          <c:layout>
            <c:manualLayout>
              <c:xMode val="edge"/>
              <c:yMode val="edge"/>
              <c:x val="1.1882985342758631E-3"/>
              <c:y val="0.38113648293963254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7437600"/>
        <c:crosses val="autoZero"/>
        <c:crossBetween val="midCat"/>
      </c:valAx>
      <c:valAx>
        <c:axId val="1111566015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/>
                </a:pPr>
                <a:r>
                  <a:rPr lang="en-MY" sz="1800" dirty="0"/>
                  <a:t>Power</a:t>
                </a:r>
                <a:r>
                  <a:rPr lang="en-MY" sz="1800" baseline="0" dirty="0"/>
                  <a:t> (W)</a:t>
                </a:r>
                <a:endParaRPr lang="en-MY" sz="1800" dirty="0"/>
              </a:p>
            </c:rich>
          </c:tx>
          <c:layout>
            <c:manualLayout>
              <c:xMode val="edge"/>
              <c:yMode val="edge"/>
              <c:x val="0.9616892552549462"/>
              <c:y val="0.4007328667249927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1111561215"/>
        <c:crosses val="max"/>
        <c:crossBetween val="midCat"/>
      </c:valAx>
      <c:valAx>
        <c:axId val="11115612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11566015"/>
        <c:crosses val="autoZero"/>
        <c:crossBetween val="midCat"/>
      </c:valAx>
      <c:spPr>
        <a:ln w="38100">
          <a:solidFill>
            <a:sysClr val="windowText" lastClr="000000"/>
          </a:solidFill>
        </a:ln>
      </c:spPr>
    </c:plotArea>
    <c:legend>
      <c:legendPos val="r"/>
      <c:layout>
        <c:manualLayout>
          <c:xMode val="edge"/>
          <c:yMode val="edge"/>
          <c:x val="0.37714966074737155"/>
          <c:y val="0.64707334499854186"/>
          <c:w val="0.41693233650561246"/>
          <c:h val="0.22437182852143481"/>
        </c:manualLayout>
      </c:layout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  <c:extLst/>
  </c:chart>
  <c:spPr>
    <a:ln>
      <a:noFill/>
    </a:ln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6D8C-6EFD-0745-8062-F136435B6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7FB94-2C70-3054-9CE9-501043441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A9C32-6F8E-01D7-2EF9-17AF0EC3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2C781-9766-D224-9DD6-E0F6237E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52293-B202-5951-8676-0FBF9D7FC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1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B6B3-68C3-A76D-4C06-D9901FA5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703A6-74AC-73F1-CF3F-41D5CD867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B1F4B-A146-399C-9BC0-CF193247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34DE3-98ED-FC48-F32A-3EA3AC9C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17EF7-D01B-AED2-8805-BD5D12A5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7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4089-D1EA-E916-5067-893F5CEA6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12D61-664D-41D4-B946-3C9758B05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A9569-1532-47EC-7404-A64E72F7E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3B3A6-6120-02B3-A3AD-6335CFA7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464B6-86AA-403E-0451-3918DB8E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6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10D5-C8F4-BACC-0830-777AC9975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55B0D-57CD-B83F-3F2D-D30F3CCF6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0C12B-1F38-7AD0-D60B-F7C715FEE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E4B52-0584-9E23-6CDF-DD4087C54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64CCA-470B-69B0-CB69-0FB46E9B2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8C884-8FFE-595A-9443-1C8AB87B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8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C73B-D5A0-D0C9-C171-4FE469DB9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BCA14-6195-C16B-B71F-EF42B5EBE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02481-C9DB-47C1-B750-856CE4764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63121-3957-15D8-882B-C5BA72427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756899-BEFE-9676-FFF6-6F01B14D7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B70388-99DA-BB2D-F55E-7BEB002E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2A89E9-FD06-11FF-E46F-EB51A69D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7C0962-D81B-EAE8-D966-6959CE53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5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796B1-A857-A456-CB24-E467A33B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D11CB-2A25-3C97-AD22-C94DE8867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41DE3-0AC0-DFA3-0F06-30C66577A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ABCD4-C884-0161-3CC1-CBBBEFD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0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EBF5BE-29A2-60BB-0B24-A3FF4458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007F63-161E-6B75-CC3E-FCA69530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BC1E6-BF55-3E78-46C0-DBAF8ABA1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6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CE12-0BCE-5677-1B0E-B1D57579A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AC786-034E-77E5-AAA8-863B719F7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7283B-D6B8-03B8-4977-292EEEB36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56261-E79D-D99D-1FE0-DB31E38A9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554EA-9869-979F-FAB6-E8C4A5B0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DEB07-FD8E-6C95-C74D-E9FFCF3B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43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13F9-C06D-6089-132F-E5D115C40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35183-F6B7-CB75-AACB-8EE493117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6DB72-36E8-D014-9EC5-FCC5DF3F3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D8773-38E1-428E-C9FC-8E8F7F91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05CBE-BF49-6405-B331-74ECEA4B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701D3-041A-4CB3-D82D-FF7ADB12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71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8F998-63B7-A2BD-0FE1-7C0089FDD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AC91A-EBD8-4820-FB2D-6C67F4497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64787-D047-18E7-67B0-BB417C31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117AB-E439-F17D-78DE-9ABDD7BF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359E7-5F35-D294-6B96-F1334D43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62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C1574D-B50B-B175-0D97-74BBD8424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589DF-0C7A-DB39-A966-5D56A6641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BB4B0-F4EB-CC89-19A4-2AC02C239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DEE36-B1A7-4A41-6D04-89CCBE57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03696-17D2-B425-044E-52B9AC97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86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B0090-5966-6864-49CA-E04A7AEF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B29AF-FCDB-9632-9A84-59A871617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C4BDD-089C-1E7B-0E28-171389296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9F397-B208-4288-BA29-F97A4AD3786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A0088-0EFF-E08F-203F-25FF28AF1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A56F1-07EE-4A44-91EE-35759D9DA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35B24-6126-4A8F-9E2B-C5AA9E5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0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2F86B3-D14C-02EE-816B-9C21F499C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910636"/>
              </p:ext>
            </p:extLst>
          </p:nvPr>
        </p:nvGraphicFramePr>
        <p:xfrm>
          <a:off x="9144" y="5181785"/>
          <a:ext cx="3950206" cy="1086639"/>
        </p:xfrm>
        <a:graphic>
          <a:graphicData uri="http://schemas.openxmlformats.org/drawingml/2006/table">
            <a:tbl>
              <a:tblPr/>
              <a:tblGrid>
                <a:gridCol w="978984">
                  <a:extLst>
                    <a:ext uri="{9D8B030D-6E8A-4147-A177-3AD203B41FA5}">
                      <a16:colId xmlns:a16="http://schemas.microsoft.com/office/drawing/2014/main" val="2114388057"/>
                    </a:ext>
                  </a:extLst>
                </a:gridCol>
                <a:gridCol w="476355">
                  <a:extLst>
                    <a:ext uri="{9D8B030D-6E8A-4147-A177-3AD203B41FA5}">
                      <a16:colId xmlns:a16="http://schemas.microsoft.com/office/drawing/2014/main" val="1589192487"/>
                    </a:ext>
                  </a:extLst>
                </a:gridCol>
                <a:gridCol w="471786">
                  <a:extLst>
                    <a:ext uri="{9D8B030D-6E8A-4147-A177-3AD203B41FA5}">
                      <a16:colId xmlns:a16="http://schemas.microsoft.com/office/drawing/2014/main" val="330236738"/>
                    </a:ext>
                  </a:extLst>
                </a:gridCol>
                <a:gridCol w="463789">
                  <a:extLst>
                    <a:ext uri="{9D8B030D-6E8A-4147-A177-3AD203B41FA5}">
                      <a16:colId xmlns:a16="http://schemas.microsoft.com/office/drawing/2014/main" val="1187214973"/>
                    </a:ext>
                  </a:extLst>
                </a:gridCol>
                <a:gridCol w="519764">
                  <a:extLst>
                    <a:ext uri="{9D8B030D-6E8A-4147-A177-3AD203B41FA5}">
                      <a16:colId xmlns:a16="http://schemas.microsoft.com/office/drawing/2014/main" val="524054902"/>
                    </a:ext>
                  </a:extLst>
                </a:gridCol>
                <a:gridCol w="519764">
                  <a:extLst>
                    <a:ext uri="{9D8B030D-6E8A-4147-A177-3AD203B41FA5}">
                      <a16:colId xmlns:a16="http://schemas.microsoft.com/office/drawing/2014/main" val="2133603858"/>
                    </a:ext>
                  </a:extLst>
                </a:gridCol>
                <a:gridCol w="519764">
                  <a:extLst>
                    <a:ext uri="{9D8B030D-6E8A-4147-A177-3AD203B41FA5}">
                      <a16:colId xmlns:a16="http://schemas.microsoft.com/office/drawing/2014/main" val="180677533"/>
                    </a:ext>
                  </a:extLst>
                </a:gridCol>
              </a:tblGrid>
              <a:tr h="400839"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Measurement 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Point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Point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Point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088556"/>
                  </a:ext>
                </a:extLst>
              </a:tr>
              <a:tr h="216907"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440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425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935499"/>
                  </a:ext>
                </a:extLst>
              </a:tr>
              <a:tr h="216907"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623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631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536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443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054529"/>
                  </a:ext>
                </a:extLst>
              </a:tr>
              <a:tr h="216907"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413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503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415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993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4F4E3A-1181-7C61-D1A9-8F64892942DA}"/>
              </a:ext>
            </a:extLst>
          </p:cNvPr>
          <p:cNvSpPr txBox="1"/>
          <p:nvPr/>
        </p:nvSpPr>
        <p:spPr>
          <a:xfrm>
            <a:off x="107063" y="4930848"/>
            <a:ext cx="27500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(a) 60% setting, average irradiance = 525.67 W/m²</a:t>
            </a:r>
          </a:p>
        </p:txBody>
      </p:sp>
      <p:pic>
        <p:nvPicPr>
          <p:cNvPr id="7" name="Picture 6" descr="A group of colored squares&#10;&#10;AI-generated content may be incorrect.">
            <a:extLst>
              <a:ext uri="{FF2B5EF4-FFF2-40B4-BE49-F238E27FC236}">
                <a16:creationId xmlns:a16="http://schemas.microsoft.com/office/drawing/2014/main" id="{42852413-7B7D-50B7-422F-94F253086A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384" y="328798"/>
            <a:ext cx="7571232" cy="388969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2010A8-1645-0C2E-A22F-F5B42AC0A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726518"/>
              </p:ext>
            </p:extLst>
          </p:nvPr>
        </p:nvGraphicFramePr>
        <p:xfrm>
          <a:off x="4114798" y="5181785"/>
          <a:ext cx="3666745" cy="1086639"/>
        </p:xfrm>
        <a:graphic>
          <a:graphicData uri="http://schemas.openxmlformats.org/drawingml/2006/table">
            <a:tbl>
              <a:tblPr/>
              <a:tblGrid>
                <a:gridCol w="921258">
                  <a:extLst>
                    <a:ext uri="{9D8B030D-6E8A-4147-A177-3AD203B41FA5}">
                      <a16:colId xmlns:a16="http://schemas.microsoft.com/office/drawing/2014/main" val="2802901280"/>
                    </a:ext>
                  </a:extLst>
                </a:gridCol>
                <a:gridCol w="475329">
                  <a:extLst>
                    <a:ext uri="{9D8B030D-6E8A-4147-A177-3AD203B41FA5}">
                      <a16:colId xmlns:a16="http://schemas.microsoft.com/office/drawing/2014/main" val="1406596281"/>
                    </a:ext>
                  </a:extLst>
                </a:gridCol>
                <a:gridCol w="457359">
                  <a:extLst>
                    <a:ext uri="{9D8B030D-6E8A-4147-A177-3AD203B41FA5}">
                      <a16:colId xmlns:a16="http://schemas.microsoft.com/office/drawing/2014/main" val="1213617175"/>
                    </a:ext>
                  </a:extLst>
                </a:gridCol>
                <a:gridCol w="464952">
                  <a:extLst>
                    <a:ext uri="{9D8B030D-6E8A-4147-A177-3AD203B41FA5}">
                      <a16:colId xmlns:a16="http://schemas.microsoft.com/office/drawing/2014/main" val="3023352455"/>
                    </a:ext>
                  </a:extLst>
                </a:gridCol>
                <a:gridCol w="457406">
                  <a:extLst>
                    <a:ext uri="{9D8B030D-6E8A-4147-A177-3AD203B41FA5}">
                      <a16:colId xmlns:a16="http://schemas.microsoft.com/office/drawing/2014/main" val="3425103649"/>
                    </a:ext>
                  </a:extLst>
                </a:gridCol>
                <a:gridCol w="448032">
                  <a:extLst>
                    <a:ext uri="{9D8B030D-6E8A-4147-A177-3AD203B41FA5}">
                      <a16:colId xmlns:a16="http://schemas.microsoft.com/office/drawing/2014/main" val="1518384826"/>
                    </a:ext>
                  </a:extLst>
                </a:gridCol>
                <a:gridCol w="442409">
                  <a:extLst>
                    <a:ext uri="{9D8B030D-6E8A-4147-A177-3AD203B41FA5}">
                      <a16:colId xmlns:a16="http://schemas.microsoft.com/office/drawing/2014/main" val="2528764510"/>
                    </a:ext>
                  </a:extLst>
                </a:gridCol>
              </a:tblGrid>
              <a:tr h="377961"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Measurement 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764230"/>
                  </a:ext>
                </a:extLst>
              </a:tr>
              <a:tr h="236226"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590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758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695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748291"/>
                  </a:ext>
                </a:extLst>
              </a:tr>
              <a:tr h="236226"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577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705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798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726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18699"/>
                  </a:ext>
                </a:extLst>
              </a:tr>
              <a:tr h="236226"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681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573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69573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3569EBA-0A6D-45B7-2193-FBCBA4758988}"/>
              </a:ext>
            </a:extLst>
          </p:cNvPr>
          <p:cNvSpPr txBox="1"/>
          <p:nvPr/>
        </p:nvSpPr>
        <p:spPr>
          <a:xfrm>
            <a:off x="4114798" y="4919472"/>
            <a:ext cx="26769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(b) 80% setting, average irradiance = 694.22 W/m²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480ED40-CE28-A970-093F-39C3C97A6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5439"/>
              </p:ext>
            </p:extLst>
          </p:nvPr>
        </p:nvGraphicFramePr>
        <p:xfrm>
          <a:off x="7936988" y="5181784"/>
          <a:ext cx="3936935" cy="1086641"/>
        </p:xfrm>
        <a:graphic>
          <a:graphicData uri="http://schemas.openxmlformats.org/drawingml/2006/table">
            <a:tbl>
              <a:tblPr/>
              <a:tblGrid>
                <a:gridCol w="993784">
                  <a:extLst>
                    <a:ext uri="{9D8B030D-6E8A-4147-A177-3AD203B41FA5}">
                      <a16:colId xmlns:a16="http://schemas.microsoft.com/office/drawing/2014/main" val="2734328042"/>
                    </a:ext>
                  </a:extLst>
                </a:gridCol>
                <a:gridCol w="528549">
                  <a:extLst>
                    <a:ext uri="{9D8B030D-6E8A-4147-A177-3AD203B41FA5}">
                      <a16:colId xmlns:a16="http://schemas.microsoft.com/office/drawing/2014/main" val="2503422945"/>
                    </a:ext>
                  </a:extLst>
                </a:gridCol>
                <a:gridCol w="487256">
                  <a:extLst>
                    <a:ext uri="{9D8B030D-6E8A-4147-A177-3AD203B41FA5}">
                      <a16:colId xmlns:a16="http://schemas.microsoft.com/office/drawing/2014/main" val="1129843241"/>
                    </a:ext>
                  </a:extLst>
                </a:gridCol>
                <a:gridCol w="478998">
                  <a:extLst>
                    <a:ext uri="{9D8B030D-6E8A-4147-A177-3AD203B41FA5}">
                      <a16:colId xmlns:a16="http://schemas.microsoft.com/office/drawing/2014/main" val="285843965"/>
                    </a:ext>
                  </a:extLst>
                </a:gridCol>
                <a:gridCol w="487256">
                  <a:extLst>
                    <a:ext uri="{9D8B030D-6E8A-4147-A177-3AD203B41FA5}">
                      <a16:colId xmlns:a16="http://schemas.microsoft.com/office/drawing/2014/main" val="1207505311"/>
                    </a:ext>
                  </a:extLst>
                </a:gridCol>
                <a:gridCol w="487256">
                  <a:extLst>
                    <a:ext uri="{9D8B030D-6E8A-4147-A177-3AD203B41FA5}">
                      <a16:colId xmlns:a16="http://schemas.microsoft.com/office/drawing/2014/main" val="4198975603"/>
                    </a:ext>
                  </a:extLst>
                </a:gridCol>
                <a:gridCol w="473836">
                  <a:extLst>
                    <a:ext uri="{9D8B030D-6E8A-4147-A177-3AD203B41FA5}">
                      <a16:colId xmlns:a16="http://schemas.microsoft.com/office/drawing/2014/main" val="1823611529"/>
                    </a:ext>
                  </a:extLst>
                </a:gridCol>
              </a:tblGrid>
              <a:tr h="400340"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Measurement 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Point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Point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156726"/>
                  </a:ext>
                </a:extLst>
              </a:tr>
              <a:tr h="228767"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780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764292"/>
                  </a:ext>
                </a:extLst>
              </a:tr>
              <a:tr h="228767"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630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765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805169"/>
                  </a:ext>
                </a:extLst>
              </a:tr>
              <a:tr h="228767"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636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742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3424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2E83DC8-69C4-99FF-2F2B-035F8DFD76F3}"/>
              </a:ext>
            </a:extLst>
          </p:cNvPr>
          <p:cNvSpPr txBox="1"/>
          <p:nvPr/>
        </p:nvSpPr>
        <p:spPr>
          <a:xfrm>
            <a:off x="8033002" y="4919874"/>
            <a:ext cx="26769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(c) 100% setting, average irradiance = 741.00 W/m²</a:t>
            </a:r>
          </a:p>
        </p:txBody>
      </p:sp>
    </p:spTree>
    <p:extLst>
      <p:ext uri="{BB962C8B-B14F-4D97-AF65-F5344CB8AC3E}">
        <p14:creationId xmlns:p14="http://schemas.microsoft.com/office/powerpoint/2010/main" val="31245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A023B9-68C7-0438-E953-5351428C8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81" y="330390"/>
            <a:ext cx="5548630" cy="4953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D59369-9F95-310A-8217-E6DD0AE461E9}"/>
              </a:ext>
            </a:extLst>
          </p:cNvPr>
          <p:cNvSpPr txBox="1"/>
          <p:nvPr/>
        </p:nvSpPr>
        <p:spPr>
          <a:xfrm>
            <a:off x="203581" y="5284025"/>
            <a:ext cx="5474843" cy="642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Fig. 11. Numerical–experimental comparison of PV surface temperature under different irradiance levels.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205E9B-1CEA-64C8-889E-199C725D8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199431"/>
              </p:ext>
            </p:extLst>
          </p:nvPr>
        </p:nvGraphicFramePr>
        <p:xfrm>
          <a:off x="6004560" y="2506345"/>
          <a:ext cx="6096000" cy="2393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1754875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71341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762400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248167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342368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638412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89611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432947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58801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21475537"/>
                    </a:ext>
                  </a:extLst>
                </a:gridCol>
              </a:tblGrid>
              <a:tr h="11049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Mass flow rate (kg/s)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Exp. 525.67 W/m²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Sim. 525.67 W/m²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Error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Exp. 694.22 W/m²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Sim. 694.22 W/m²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Error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Exp. 741.00 W/m²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Sim. 741.00 W/m²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Error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255060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66.5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68.2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71.4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94220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64.8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66.4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69.8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71.5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74.3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76.1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402294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64.8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68.2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69.8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72.6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74.3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48969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61.9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66.8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68.3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70.8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72.4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3277648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60.7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65.4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66.8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69.6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71.1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099828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59.8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65.8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68.7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30464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59.1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60.2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1.86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63.8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1.88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67.9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69.2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1.91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72080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30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4CEEAE8-5E09-BAC7-83CA-37417F835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19" y="259080"/>
            <a:ext cx="5858093" cy="4732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D4EBC0-C151-18D9-71A0-EA119546534A}"/>
              </a:ext>
            </a:extLst>
          </p:cNvPr>
          <p:cNvSpPr txBox="1"/>
          <p:nvPr/>
        </p:nvSpPr>
        <p:spPr>
          <a:xfrm>
            <a:off x="870547" y="4917948"/>
            <a:ext cx="5401565" cy="793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Fig. 12. PV surface temperature dependence on flow rate in different irradiance values.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36BB39-7828-2D55-36EC-E8C690FE5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265855"/>
              </p:ext>
            </p:extLst>
          </p:nvPr>
        </p:nvGraphicFramePr>
        <p:xfrm>
          <a:off x="7025640" y="951864"/>
          <a:ext cx="3736848" cy="27240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4212">
                  <a:extLst>
                    <a:ext uri="{9D8B030D-6E8A-4147-A177-3AD203B41FA5}">
                      <a16:colId xmlns:a16="http://schemas.microsoft.com/office/drawing/2014/main" val="194471225"/>
                    </a:ext>
                  </a:extLst>
                </a:gridCol>
                <a:gridCol w="934212">
                  <a:extLst>
                    <a:ext uri="{9D8B030D-6E8A-4147-A177-3AD203B41FA5}">
                      <a16:colId xmlns:a16="http://schemas.microsoft.com/office/drawing/2014/main" val="1688564462"/>
                    </a:ext>
                  </a:extLst>
                </a:gridCol>
                <a:gridCol w="934212">
                  <a:extLst>
                    <a:ext uri="{9D8B030D-6E8A-4147-A177-3AD203B41FA5}">
                      <a16:colId xmlns:a16="http://schemas.microsoft.com/office/drawing/2014/main" val="3635169806"/>
                    </a:ext>
                  </a:extLst>
                </a:gridCol>
                <a:gridCol w="934212">
                  <a:extLst>
                    <a:ext uri="{9D8B030D-6E8A-4147-A177-3AD203B41FA5}">
                      <a16:colId xmlns:a16="http://schemas.microsoft.com/office/drawing/2014/main" val="303754199"/>
                    </a:ext>
                  </a:extLst>
                </a:gridCol>
              </a:tblGrid>
              <a:tr h="125724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Mass flow rate (kg/s)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PV surface temp at 525.67 W/m² (°C)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PV surface temp at 694.22 W/m² (°C)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PV surface temp at 741.00 W/m² (°C)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4065393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66.5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71.5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41051193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64.8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69.8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74.2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7820564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68.1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72.5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55110490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61.9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66.7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70.8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1159330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60.7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65.4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69.5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58425508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59.8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68.6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97141414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63.8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67.8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06084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55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7E887FBB-12BE-3BBA-3196-03ADCE40B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14" y="249237"/>
            <a:ext cx="5970779" cy="4798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0F0EDC-80F0-77E7-B088-99B6DB58204D}"/>
              </a:ext>
            </a:extLst>
          </p:cNvPr>
          <p:cNvSpPr txBox="1"/>
          <p:nvPr/>
        </p:nvSpPr>
        <p:spPr>
          <a:xfrm>
            <a:off x="749809" y="4983480"/>
            <a:ext cx="5800724" cy="793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Fig. 13. Variation of inlet and outlet water temperatures with mass flow rate at different irradiance levels.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FA2EC8-CEE9-75A4-C324-BD87A05DB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232879"/>
              </p:ext>
            </p:extLst>
          </p:nvPr>
        </p:nvGraphicFramePr>
        <p:xfrm>
          <a:off x="6769608" y="1884552"/>
          <a:ext cx="4596385" cy="27423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9277">
                  <a:extLst>
                    <a:ext uri="{9D8B030D-6E8A-4147-A177-3AD203B41FA5}">
                      <a16:colId xmlns:a16="http://schemas.microsoft.com/office/drawing/2014/main" val="3285808479"/>
                    </a:ext>
                  </a:extLst>
                </a:gridCol>
                <a:gridCol w="919277">
                  <a:extLst>
                    <a:ext uri="{9D8B030D-6E8A-4147-A177-3AD203B41FA5}">
                      <a16:colId xmlns:a16="http://schemas.microsoft.com/office/drawing/2014/main" val="4038431018"/>
                    </a:ext>
                  </a:extLst>
                </a:gridCol>
                <a:gridCol w="919277">
                  <a:extLst>
                    <a:ext uri="{9D8B030D-6E8A-4147-A177-3AD203B41FA5}">
                      <a16:colId xmlns:a16="http://schemas.microsoft.com/office/drawing/2014/main" val="260752913"/>
                    </a:ext>
                  </a:extLst>
                </a:gridCol>
                <a:gridCol w="919277">
                  <a:extLst>
                    <a:ext uri="{9D8B030D-6E8A-4147-A177-3AD203B41FA5}">
                      <a16:colId xmlns:a16="http://schemas.microsoft.com/office/drawing/2014/main" val="4023779962"/>
                    </a:ext>
                  </a:extLst>
                </a:gridCol>
                <a:gridCol w="919277">
                  <a:extLst>
                    <a:ext uri="{9D8B030D-6E8A-4147-A177-3AD203B41FA5}">
                      <a16:colId xmlns:a16="http://schemas.microsoft.com/office/drawing/2014/main" val="1857833338"/>
                    </a:ext>
                  </a:extLst>
                </a:gridCol>
              </a:tblGrid>
              <a:tr h="1265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Mass flow rate (kg/s)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Tin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Tout at 525.67 W/m²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Tout at 694.22 W/m²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Tout at 741.00 W/m²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69002596"/>
                  </a:ext>
                </a:extLst>
              </a:tr>
              <a:tr h="21094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21.37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32.93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43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157177"/>
                  </a:ext>
                </a:extLst>
              </a:tr>
              <a:tr h="21094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21.37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31.87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36.83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41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79322703"/>
                  </a:ext>
                </a:extLst>
              </a:tr>
              <a:tr h="21094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21.37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30.85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35.67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24514247"/>
                  </a:ext>
                </a:extLst>
              </a:tr>
              <a:tr h="21094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21.37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29.81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4325062"/>
                  </a:ext>
                </a:extLst>
              </a:tr>
              <a:tr h="21094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21.37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28.77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33.33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35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00803940"/>
                  </a:ext>
                </a:extLst>
              </a:tr>
              <a:tr h="21094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21.37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27.73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32.17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01666439"/>
                  </a:ext>
                </a:extLst>
              </a:tr>
              <a:tr h="21094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21.37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26.7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1621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40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EFD3B54-99E2-AA3B-F0BE-59B605E13B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2905644"/>
              </p:ext>
            </p:extLst>
          </p:nvPr>
        </p:nvGraphicFramePr>
        <p:xfrm>
          <a:off x="1306285" y="76200"/>
          <a:ext cx="9873343" cy="678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36E872-6DD7-D67F-A552-3E4F08EAF292}"/>
              </a:ext>
            </a:extLst>
          </p:cNvPr>
          <p:cNvSpPr txBox="1"/>
          <p:nvPr/>
        </p:nvSpPr>
        <p:spPr>
          <a:xfrm>
            <a:off x="1012372" y="76200"/>
            <a:ext cx="82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14(a)</a:t>
            </a:r>
          </a:p>
        </p:txBody>
      </p:sp>
    </p:spTree>
    <p:extLst>
      <p:ext uri="{BB962C8B-B14F-4D97-AF65-F5344CB8AC3E}">
        <p14:creationId xmlns:p14="http://schemas.microsoft.com/office/powerpoint/2010/main" val="3994449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AD84E85-082A-40CB-871F-6B8882A76C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7492083"/>
              </p:ext>
            </p:extLst>
          </p:nvPr>
        </p:nvGraphicFramePr>
        <p:xfrm>
          <a:off x="1175658" y="0"/>
          <a:ext cx="9971314" cy="6857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45D9E-E220-401C-C172-98841DB2CEA1}"/>
              </a:ext>
            </a:extLst>
          </p:cNvPr>
          <p:cNvSpPr txBox="1"/>
          <p:nvPr/>
        </p:nvSpPr>
        <p:spPr>
          <a:xfrm>
            <a:off x="509452" y="0"/>
            <a:ext cx="82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14(b)</a:t>
            </a:r>
          </a:p>
        </p:txBody>
      </p:sp>
    </p:spTree>
    <p:extLst>
      <p:ext uri="{BB962C8B-B14F-4D97-AF65-F5344CB8AC3E}">
        <p14:creationId xmlns:p14="http://schemas.microsoft.com/office/powerpoint/2010/main" val="1658088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93A3B5C-29A6-839D-31D1-7775DCC48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0312198"/>
              </p:ext>
            </p:extLst>
          </p:nvPr>
        </p:nvGraphicFramePr>
        <p:xfrm>
          <a:off x="1040696" y="0"/>
          <a:ext cx="10110607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B166E0-F3DE-9271-DA99-5BEB83A688D4}"/>
              </a:ext>
            </a:extLst>
          </p:cNvPr>
          <p:cNvSpPr txBox="1"/>
          <p:nvPr/>
        </p:nvSpPr>
        <p:spPr>
          <a:xfrm>
            <a:off x="509452" y="0"/>
            <a:ext cx="82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14(c)</a:t>
            </a:r>
          </a:p>
        </p:txBody>
      </p:sp>
    </p:spTree>
    <p:extLst>
      <p:ext uri="{BB962C8B-B14F-4D97-AF65-F5344CB8AC3E}">
        <p14:creationId xmlns:p14="http://schemas.microsoft.com/office/powerpoint/2010/main" val="44643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CD2B2-E5A7-9589-A901-425C10056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28A63E-F1D6-7268-B9AF-3E727A70A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" y="0"/>
            <a:ext cx="7656958" cy="62464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A8D54D-B7FA-F436-EDA6-D6AF6B0F7963}"/>
              </a:ext>
            </a:extLst>
          </p:cNvPr>
          <p:cNvSpPr txBox="1"/>
          <p:nvPr/>
        </p:nvSpPr>
        <p:spPr>
          <a:xfrm>
            <a:off x="70540" y="0"/>
            <a:ext cx="82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14(d)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62D9FB-7B36-6023-48B7-A8EB8854F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12900"/>
              </p:ext>
            </p:extLst>
          </p:nvPr>
        </p:nvGraphicFramePr>
        <p:xfrm>
          <a:off x="8510397" y="1867154"/>
          <a:ext cx="3200400" cy="2393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80424878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352677975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21293888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475669953"/>
                    </a:ext>
                  </a:extLst>
                </a:gridCol>
              </a:tblGrid>
              <a:tr h="1104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Mass flow rate (kg/s)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100" u="none" strike="noStrike">
                          <a:effectLst/>
                        </a:rPr>
                        <a:t>(P_{max}) at 525.67 W/m² (W)</a:t>
                      </a:r>
                      <a:endParaRPr lang="pl-P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100" u="none" strike="noStrike">
                          <a:effectLst/>
                        </a:rPr>
                        <a:t>(P_{max}) at 694.22 W/m² (W)</a:t>
                      </a:r>
                      <a:endParaRPr lang="pl-P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100" u="none" strike="noStrike">
                          <a:effectLst/>
                        </a:rPr>
                        <a:t>(P_{max}) at 694.22 W/m² (W)</a:t>
                      </a:r>
                      <a:endParaRPr lang="pl-P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235188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8.48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761359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8.16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889361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6.13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9.07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107676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8.53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9.33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066814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9.6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284248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7.22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9.07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9.87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158551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7.71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9.33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12424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608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0C00-EE06-F733-7C9F-C093D364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C41E248-D74E-A9D6-7429-A4F470C50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" y="259080"/>
            <a:ext cx="5750053" cy="4524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3CC1B8-7D0F-DC57-7822-7EC4E170F6E3}"/>
              </a:ext>
            </a:extLst>
          </p:cNvPr>
          <p:cNvSpPr txBox="1"/>
          <p:nvPr/>
        </p:nvSpPr>
        <p:spPr>
          <a:xfrm>
            <a:off x="-74293" y="4783081"/>
            <a:ext cx="6094476" cy="1162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Fig. 15. Thermal efficiency, electrical efficiency, and total PVT efficiency as functions of mass flow rate under irradiance levels of 525.67, 694.22, and 741.00 W/m</a:t>
            </a:r>
            <a:r>
              <a:rPr lang="en-US" sz="1600" kern="100" baseline="30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057E7C-784D-64AC-BE93-45673D34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46966"/>
              </p:ext>
            </p:extLst>
          </p:nvPr>
        </p:nvGraphicFramePr>
        <p:xfrm>
          <a:off x="5900928" y="1875409"/>
          <a:ext cx="6096000" cy="2393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348411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45766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660720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6672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8059045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552309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521877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4107888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540403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49878835"/>
                    </a:ext>
                  </a:extLst>
                </a:gridCol>
              </a:tblGrid>
              <a:tr h="11049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Mass flow rate (kg/s)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100" u="none" strike="noStrike">
                          <a:effectLst/>
                        </a:rPr>
                        <a:t>η</a:t>
                      </a:r>
                      <a:r>
                        <a:rPr lang="en-US" sz="1100" u="none" strike="noStrike">
                          <a:effectLst/>
                        </a:rPr>
                        <a:t>th 525.67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100" u="none" strike="noStrike">
                          <a:effectLst/>
                        </a:rPr>
                        <a:t>η</a:t>
                      </a:r>
                      <a:r>
                        <a:rPr lang="en-US" sz="1100" u="none" strike="noStrike">
                          <a:effectLst/>
                        </a:rPr>
                        <a:t>PV 525.67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100" u="none" strike="noStrike">
                          <a:effectLst/>
                        </a:rPr>
                        <a:t>η</a:t>
                      </a:r>
                      <a:r>
                        <a:rPr lang="en-US" sz="1100" u="none" strike="noStrike">
                          <a:effectLst/>
                        </a:rPr>
                        <a:t>PVT 525.67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100" u="none" strike="noStrike">
                          <a:effectLst/>
                        </a:rPr>
                        <a:t>η</a:t>
                      </a:r>
                      <a:r>
                        <a:rPr lang="en-US" sz="1100" u="none" strike="noStrike">
                          <a:effectLst/>
                        </a:rPr>
                        <a:t>th 694.22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100" u="none" strike="noStrike">
                          <a:effectLst/>
                        </a:rPr>
                        <a:t>η</a:t>
                      </a:r>
                      <a:r>
                        <a:rPr lang="en-US" sz="1100" u="none" strike="noStrike">
                          <a:effectLst/>
                        </a:rPr>
                        <a:t>PV 694.22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100" u="none" strike="noStrike">
                          <a:effectLst/>
                        </a:rPr>
                        <a:t>η</a:t>
                      </a:r>
                      <a:r>
                        <a:rPr lang="en-US" sz="1100" u="none" strike="noStrike">
                          <a:effectLst/>
                        </a:rPr>
                        <a:t>PVT 694.22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100" u="none" strike="noStrike">
                          <a:effectLst/>
                        </a:rPr>
                        <a:t>η</a:t>
                      </a:r>
                      <a:r>
                        <a:rPr lang="en-US" sz="1100" u="none" strike="noStrike">
                          <a:effectLst/>
                        </a:rPr>
                        <a:t>th 741.00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100" u="none" strike="noStrike">
                          <a:effectLst/>
                        </a:rPr>
                        <a:t>η</a:t>
                      </a:r>
                      <a:r>
                        <a:rPr lang="en-US" sz="1100" u="none" strike="noStrike">
                          <a:effectLst/>
                        </a:rPr>
                        <a:t>PV 741.00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100" u="none" strike="noStrike">
                          <a:effectLst/>
                        </a:rPr>
                        <a:t>η</a:t>
                      </a:r>
                      <a:r>
                        <a:rPr lang="en-US" sz="1100" u="none" strike="noStrike">
                          <a:effectLst/>
                        </a:rPr>
                        <a:t>PVT 741.00 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74979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15.98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18.58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17.51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22.62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22.75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28.16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229693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25.72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28.8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29.99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35.2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34.98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40.5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2908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33.63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37.1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41.99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47.3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47.1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52.8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542483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41.35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3.65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52.75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58.2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57.6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567416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51.58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3.96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55.54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62.54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68.1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66.32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72.4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003577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51.6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55.6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67.47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68.8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75.1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87233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51.58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55.75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70.75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76.65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70.66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6.42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77.08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25860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34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735</Words>
  <Application>Microsoft Office PowerPoint</Application>
  <PresentationFormat>Widescreen</PresentationFormat>
  <Paragraphs>368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Taiwo Onaopemipo Alao</dc:creator>
  <cp:lastModifiedBy>Taiwo Onaopemipo Alao</cp:lastModifiedBy>
  <cp:revision>1</cp:revision>
  <dcterms:created xsi:type="dcterms:W3CDTF">2026-05-29T03:25:01Z</dcterms:created>
  <dcterms:modified xsi:type="dcterms:W3CDTF">2026-05-29T04:11:43Z</dcterms:modified>
</cp:coreProperties>
</file>